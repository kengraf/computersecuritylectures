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62"/>
  </p:notesMasterIdLst>
  <p:sldIdLst>
    <p:sldId id="267" r:id="rId5"/>
    <p:sldId id="354" r:id="rId6"/>
    <p:sldId id="355" r:id="rId7"/>
    <p:sldId id="316" r:id="rId8"/>
    <p:sldId id="357" r:id="rId9"/>
    <p:sldId id="356" r:id="rId10"/>
    <p:sldId id="358" r:id="rId11"/>
    <p:sldId id="266" r:id="rId12"/>
    <p:sldId id="259" r:id="rId13"/>
    <p:sldId id="261" r:id="rId14"/>
    <p:sldId id="260" r:id="rId15"/>
    <p:sldId id="268" r:id="rId16"/>
    <p:sldId id="269" r:id="rId17"/>
    <p:sldId id="270" r:id="rId18"/>
    <p:sldId id="271" r:id="rId19"/>
    <p:sldId id="265" r:id="rId20"/>
    <p:sldId id="274" r:id="rId21"/>
    <p:sldId id="275" r:id="rId22"/>
    <p:sldId id="262" r:id="rId23"/>
    <p:sldId id="276" r:id="rId24"/>
    <p:sldId id="263" r:id="rId25"/>
    <p:sldId id="264" r:id="rId26"/>
    <p:sldId id="277" r:id="rId27"/>
    <p:sldId id="289" r:id="rId28"/>
    <p:sldId id="288" r:id="rId29"/>
    <p:sldId id="283" r:id="rId30"/>
    <p:sldId id="282" r:id="rId31"/>
    <p:sldId id="285" r:id="rId32"/>
    <p:sldId id="278" r:id="rId33"/>
    <p:sldId id="279" r:id="rId34"/>
    <p:sldId id="328" r:id="rId35"/>
    <p:sldId id="360" r:id="rId36"/>
    <p:sldId id="330" r:id="rId37"/>
    <p:sldId id="331" r:id="rId38"/>
    <p:sldId id="359" r:id="rId39"/>
    <p:sldId id="320" r:id="rId40"/>
    <p:sldId id="321" r:id="rId41"/>
    <p:sldId id="322" r:id="rId42"/>
    <p:sldId id="323" r:id="rId43"/>
    <p:sldId id="324" r:id="rId44"/>
    <p:sldId id="286" r:id="rId45"/>
    <p:sldId id="307" r:id="rId46"/>
    <p:sldId id="314" r:id="rId47"/>
    <p:sldId id="257" r:id="rId48"/>
    <p:sldId id="302" r:id="rId49"/>
    <p:sldId id="294" r:id="rId50"/>
    <p:sldId id="308" r:id="rId51"/>
    <p:sldId id="295" r:id="rId52"/>
    <p:sldId id="319" r:id="rId53"/>
    <p:sldId id="309" r:id="rId54"/>
    <p:sldId id="303" r:id="rId55"/>
    <p:sldId id="304" r:id="rId56"/>
    <p:sldId id="291" r:id="rId57"/>
    <p:sldId id="292" r:id="rId58"/>
    <p:sldId id="305" r:id="rId59"/>
    <p:sldId id="311" r:id="rId60"/>
    <p:sldId id="318" r:id="rId6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08E7F-71B2-9D3A-2BFE-DD319AF9C730}" v="35" dt="2020-03-04T21:08:42.145"/>
    <p1510:client id="{CAF1D1A0-24A9-1E36-EE52-32669E263A3C}" v="31" dt="2020-03-02T20:26:03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2" autoAdjust="0"/>
    <p:restoredTop sz="89597" autoAdjust="0"/>
  </p:normalViewPr>
  <p:slideViewPr>
    <p:cSldViewPr>
      <p:cViewPr varScale="1">
        <p:scale>
          <a:sx n="107" d="100"/>
          <a:sy n="107" d="100"/>
        </p:scale>
        <p:origin x="1998" y="7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308"/>
    </p:cViewPr>
  </p:sorterViewPr>
  <p:notesViewPr>
    <p:cSldViewPr>
      <p:cViewPr varScale="1">
        <p:scale>
          <a:sx n="85" d="100"/>
          <a:sy n="85" d="100"/>
        </p:scale>
        <p:origin x="111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, Kenneth" userId="S::kmh722@unh.edu::d1890dd4-deb6-4a9b-a156-5113ac77bda8" providerId="AD" clId="Web-{CAF1D1A0-24A9-1E36-EE52-32669E263A3C}"/>
    <pc:docChg chg="modSld">
      <pc:chgData name="Graf, Kenneth" userId="S::kmh722@unh.edu::d1890dd4-deb6-4a9b-a156-5113ac77bda8" providerId="AD" clId="Web-{CAF1D1A0-24A9-1E36-EE52-32669E263A3C}" dt="2020-03-02T20:25:46.141" v="23"/>
      <pc:docMkLst>
        <pc:docMk/>
      </pc:docMkLst>
      <pc:sldChg chg="modSp">
        <pc:chgData name="Graf, Kenneth" userId="S::kmh722@unh.edu::d1890dd4-deb6-4a9b-a156-5113ac77bda8" providerId="AD" clId="Web-{CAF1D1A0-24A9-1E36-EE52-32669E263A3C}" dt="2020-03-02T20:25:46.141" v="23"/>
        <pc:sldMkLst>
          <pc:docMk/>
          <pc:sldMk cId="298789862" sldId="265"/>
        </pc:sldMkLst>
        <pc:graphicFrameChg chg="mod modGraphic">
          <ac:chgData name="Graf, Kenneth" userId="S::kmh722@unh.edu::d1890dd4-deb6-4a9b-a156-5113ac77bda8" providerId="AD" clId="Web-{CAF1D1A0-24A9-1E36-EE52-32669E263A3C}" dt="2020-03-02T20:25:46.141" v="23"/>
          <ac:graphicFrameMkLst>
            <pc:docMk/>
            <pc:sldMk cId="298789862" sldId="265"/>
            <ac:graphicFrameMk id="4" creationId="{00000000-0000-0000-0000-000000000000}"/>
          </ac:graphicFrameMkLst>
        </pc:graphicFrameChg>
      </pc:sldChg>
    </pc:docChg>
  </pc:docChgLst>
  <pc:docChgLst>
    <pc:chgData name="Graf, Kenneth" userId="S::kmh722@unh.edu::d1890dd4-deb6-4a9b-a156-5113ac77bda8" providerId="AD" clId="Web-{A0B08E7F-71B2-9D3A-2BFE-DD319AF9C730}"/>
    <pc:docChg chg="modSld">
      <pc:chgData name="Graf, Kenneth" userId="S::kmh722@unh.edu::d1890dd4-deb6-4a9b-a156-5113ac77bda8" providerId="AD" clId="Web-{A0B08E7F-71B2-9D3A-2BFE-DD319AF9C730}" dt="2020-03-04T21:08:31.910" v="15"/>
      <pc:docMkLst>
        <pc:docMk/>
      </pc:docMkLst>
      <pc:sldChg chg="modSp">
        <pc:chgData name="Graf, Kenneth" userId="S::kmh722@unh.edu::d1890dd4-deb6-4a9b-a156-5113ac77bda8" providerId="AD" clId="Web-{A0B08E7F-71B2-9D3A-2BFE-DD319AF9C730}" dt="2020-03-04T21:08:31.910" v="15"/>
        <pc:sldMkLst>
          <pc:docMk/>
          <pc:sldMk cId="3958727901" sldId="314"/>
        </pc:sldMkLst>
        <pc:graphicFrameChg chg="mod modGraphic">
          <ac:chgData name="Graf, Kenneth" userId="S::kmh722@unh.edu::d1890dd4-deb6-4a9b-a156-5113ac77bda8" providerId="AD" clId="Web-{A0B08E7F-71B2-9D3A-2BFE-DD319AF9C730}" dt="2020-03-04T21:08:31.910" v="15"/>
          <ac:graphicFrameMkLst>
            <pc:docMk/>
            <pc:sldMk cId="3958727901" sldId="314"/>
            <ac:graphicFrameMk id="4" creationId="{C0694FC4-8621-4FA5-BE1F-DA337F6A4B14}"/>
          </ac:graphicFrameMkLst>
        </pc:graphicFrameChg>
      </pc:sldChg>
    </pc:docChg>
  </pc:docChgLst>
  <pc:docChgLst>
    <pc:chgData name="Kenneth Graf" userId="d1890dd4-deb6-4a9b-a156-5113ac77bda8" providerId="ADAL" clId="{AA6D2A2A-23AB-4958-B631-BFFC97050943}"/>
    <pc:docChg chg="undo custSel addSld delSld modSld sldOrd">
      <pc:chgData name="Kenneth Graf" userId="d1890dd4-deb6-4a9b-a156-5113ac77bda8" providerId="ADAL" clId="{AA6D2A2A-23AB-4958-B631-BFFC97050943}" dt="2020-01-23T18:58:46.706" v="879" actId="313"/>
      <pc:docMkLst>
        <pc:docMk/>
      </pc:docMkLst>
      <pc:sldChg chg="addSp delSp 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2059113379" sldId="256"/>
        </pc:sldMkLst>
        <pc:spChg chg="del">
          <ac:chgData name="Kenneth Graf" userId="d1890dd4-deb6-4a9b-a156-5113ac77bda8" providerId="ADAL" clId="{AA6D2A2A-23AB-4958-B631-BFFC97050943}" dt="2020-01-09T06:02:27.304" v="47"/>
          <ac:spMkLst>
            <pc:docMk/>
            <pc:sldMk cId="2059113379" sldId="256"/>
            <ac:spMk id="2" creationId="{00000000-0000-0000-0000-000000000000}"/>
          </ac:spMkLst>
        </pc:spChg>
        <pc:spChg chg="add del mod">
          <ac:chgData name="Kenneth Graf" userId="d1890dd4-deb6-4a9b-a156-5113ac77bda8" providerId="ADAL" clId="{AA6D2A2A-23AB-4958-B631-BFFC97050943}" dt="2020-01-09T06:02:31.808" v="48"/>
          <ac:spMkLst>
            <pc:docMk/>
            <pc:sldMk cId="2059113379" sldId="256"/>
            <ac:spMk id="4" creationId="{3BD82CD8-86D2-430D-A843-C60734CBA6A6}"/>
          </ac:spMkLst>
        </pc:spChg>
        <pc:spChg chg="add mod">
          <ac:chgData name="Kenneth Graf" userId="d1890dd4-deb6-4a9b-a156-5113ac77bda8" providerId="ADAL" clId="{AA6D2A2A-23AB-4958-B631-BFFC97050943}" dt="2020-01-09T06:02:31.808" v="48"/>
          <ac:spMkLst>
            <pc:docMk/>
            <pc:sldMk cId="2059113379" sldId="256"/>
            <ac:spMk id="5" creationId="{374ECCF2-DC21-493B-AF55-09F62862D23E}"/>
          </ac:spMkLst>
        </pc:spChg>
      </pc:sldChg>
      <pc:sldChg chg="modSp add ord">
        <pc:chgData name="Kenneth Graf" userId="d1890dd4-deb6-4a9b-a156-5113ac77bda8" providerId="ADAL" clId="{AA6D2A2A-23AB-4958-B631-BFFC97050943}" dt="2020-01-23T18:45:30.152" v="618" actId="20577"/>
        <pc:sldMkLst>
          <pc:docMk/>
          <pc:sldMk cId="1789351880" sldId="257"/>
        </pc:sldMkLst>
        <pc:spChg chg="mod">
          <ac:chgData name="Kenneth Graf" userId="d1890dd4-deb6-4a9b-a156-5113ac77bda8" providerId="ADAL" clId="{AA6D2A2A-23AB-4958-B631-BFFC97050943}" dt="2020-01-23T18:45:30.152" v="618" actId="20577"/>
          <ac:spMkLst>
            <pc:docMk/>
            <pc:sldMk cId="1789351880" sldId="257"/>
            <ac:spMk id="6" creationId="{00000000-0000-0000-0000-000000000000}"/>
          </ac:spMkLst>
        </pc:spChg>
      </pc:sldChg>
      <pc:sldChg chg="addSp delSp modSp add del">
        <pc:chgData name="Kenneth Graf" userId="d1890dd4-deb6-4a9b-a156-5113ac77bda8" providerId="ADAL" clId="{AA6D2A2A-23AB-4958-B631-BFFC97050943}" dt="2020-01-19T05:41:48.320" v="129" actId="2696"/>
        <pc:sldMkLst>
          <pc:docMk/>
          <pc:sldMk cId="3119756152" sldId="257"/>
        </pc:sldMkLst>
        <pc:spChg chg="add del mod">
          <ac:chgData name="Kenneth Graf" userId="d1890dd4-deb6-4a9b-a156-5113ac77bda8" providerId="ADAL" clId="{AA6D2A2A-23AB-4958-B631-BFFC97050943}" dt="2020-01-09T05:43:07.347" v="30"/>
          <ac:spMkLst>
            <pc:docMk/>
            <pc:sldMk cId="3119756152" sldId="257"/>
            <ac:spMk id="2" creationId="{6B623B34-B601-43DB-A0AD-56F264D086DB}"/>
          </ac:spMkLst>
        </pc:spChg>
        <pc:spChg chg="add mod">
          <ac:chgData name="Kenneth Graf" userId="d1890dd4-deb6-4a9b-a156-5113ac77bda8" providerId="ADAL" clId="{AA6D2A2A-23AB-4958-B631-BFFC97050943}" dt="2020-01-09T05:43:07.347" v="30"/>
          <ac:spMkLst>
            <pc:docMk/>
            <pc:sldMk cId="3119756152" sldId="257"/>
            <ac:spMk id="3" creationId="{4911F4DF-029D-4282-B77B-BC5F76725063}"/>
          </ac:spMkLst>
        </pc:spChg>
        <pc:spChg chg="del">
          <ac:chgData name="Kenneth Graf" userId="d1890dd4-deb6-4a9b-a156-5113ac77bda8" providerId="ADAL" clId="{AA6D2A2A-23AB-4958-B631-BFFC97050943}" dt="2020-01-09T05:43:01.722" v="28"/>
          <ac:spMkLst>
            <pc:docMk/>
            <pc:sldMk cId="3119756152" sldId="257"/>
            <ac:spMk id="4" creationId="{00000000-0000-0000-0000-000000000000}"/>
          </ac:spMkLst>
        </pc:spChg>
      </pc:sldChg>
      <pc:sldChg chg="addSp delSp 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3641270436" sldId="258"/>
        </pc:sldMkLst>
        <pc:spChg chg="del">
          <ac:chgData name="Kenneth Graf" userId="d1890dd4-deb6-4a9b-a156-5113ac77bda8" providerId="ADAL" clId="{AA6D2A2A-23AB-4958-B631-BFFC97050943}" dt="2020-01-09T06:02:27.304" v="47"/>
          <ac:spMkLst>
            <pc:docMk/>
            <pc:sldMk cId="3641270436" sldId="258"/>
            <ac:spMk id="2" creationId="{00000000-0000-0000-0000-000000000000}"/>
          </ac:spMkLst>
        </pc:spChg>
        <pc:spChg chg="add mod">
          <ac:chgData name="Kenneth Graf" userId="d1890dd4-deb6-4a9b-a156-5113ac77bda8" providerId="ADAL" clId="{AA6D2A2A-23AB-4958-B631-BFFC97050943}" dt="2020-01-09T06:02:27.304" v="47"/>
          <ac:spMkLst>
            <pc:docMk/>
            <pc:sldMk cId="3641270436" sldId="258"/>
            <ac:spMk id="3" creationId="{9977265F-274C-47BB-8008-978A44B03BFE}"/>
          </ac:spMkLst>
        </pc:spChg>
      </pc:sldChg>
      <pc:sldChg chg="modSp add ord">
        <pc:chgData name="Kenneth Graf" userId="d1890dd4-deb6-4a9b-a156-5113ac77bda8" providerId="ADAL" clId="{AA6D2A2A-23AB-4958-B631-BFFC97050943}" dt="2020-01-23T18:08:47.607" v="272"/>
        <pc:sldMkLst>
          <pc:docMk/>
          <pc:sldMk cId="3756970351" sldId="259"/>
        </pc:sldMkLst>
        <pc:spChg chg="mod">
          <ac:chgData name="Kenneth Graf" userId="d1890dd4-deb6-4a9b-a156-5113ac77bda8" providerId="ADAL" clId="{AA6D2A2A-23AB-4958-B631-BFFC97050943}" dt="2020-01-08T21:02:00.919" v="2" actId="27636"/>
          <ac:spMkLst>
            <pc:docMk/>
            <pc:sldMk cId="3756970351" sldId="259"/>
            <ac:spMk id="3" creationId="{00000000-0000-0000-0000-000000000000}"/>
          </ac:spMkLst>
        </pc:spChg>
      </pc:sldChg>
      <pc:sldChg chg="modSp add ord">
        <pc:chgData name="Kenneth Graf" userId="d1890dd4-deb6-4a9b-a156-5113ac77bda8" providerId="ADAL" clId="{AA6D2A2A-23AB-4958-B631-BFFC97050943}" dt="2020-01-23T18:08:47.607" v="272"/>
        <pc:sldMkLst>
          <pc:docMk/>
          <pc:sldMk cId="3542709092" sldId="260"/>
        </pc:sldMkLst>
        <pc:picChg chg="mod">
          <ac:chgData name="Kenneth Graf" userId="d1890dd4-deb6-4a9b-a156-5113ac77bda8" providerId="ADAL" clId="{AA6D2A2A-23AB-4958-B631-BFFC97050943}" dt="2020-01-19T05:38:38.185" v="123" actId="14100"/>
          <ac:picMkLst>
            <pc:docMk/>
            <pc:sldMk cId="3542709092" sldId="260"/>
            <ac:picMk id="7" creationId="{6754A985-252A-4CEF-889B-56C156924962}"/>
          </ac:picMkLst>
        </pc:picChg>
      </pc:sldChg>
      <pc:sldChg chg="modSp add ord">
        <pc:chgData name="Kenneth Graf" userId="d1890dd4-deb6-4a9b-a156-5113ac77bda8" providerId="ADAL" clId="{AA6D2A2A-23AB-4958-B631-BFFC97050943}" dt="2020-01-23T18:08:47.607" v="272"/>
        <pc:sldMkLst>
          <pc:docMk/>
          <pc:sldMk cId="1158573777" sldId="261"/>
        </pc:sldMkLst>
        <pc:picChg chg="mod">
          <ac:chgData name="Kenneth Graf" userId="d1890dd4-deb6-4a9b-a156-5113ac77bda8" providerId="ADAL" clId="{AA6D2A2A-23AB-4958-B631-BFFC97050943}" dt="2020-01-08T21:02:20.879" v="5" actId="14100"/>
          <ac:picMkLst>
            <pc:docMk/>
            <pc:sldMk cId="1158573777" sldId="261"/>
            <ac:picMk id="7" creationId="{D1C1F655-C4F2-4701-80AE-2374D4C75B49}"/>
          </ac:picMkLst>
        </pc:picChg>
      </pc:sldChg>
      <pc:sldChg chg="add">
        <pc:chgData name="Kenneth Graf" userId="d1890dd4-deb6-4a9b-a156-5113ac77bda8" providerId="ADAL" clId="{AA6D2A2A-23AB-4958-B631-BFFC97050943}" dt="2020-01-08T21:03:33.298" v="6"/>
        <pc:sldMkLst>
          <pc:docMk/>
          <pc:sldMk cId="519831355" sldId="262"/>
        </pc:sldMkLst>
      </pc:sldChg>
      <pc:sldChg chg="modSp add">
        <pc:chgData name="Kenneth Graf" userId="d1890dd4-deb6-4a9b-a156-5113ac77bda8" providerId="ADAL" clId="{AA6D2A2A-23AB-4958-B631-BFFC97050943}" dt="2020-01-08T21:03:33.346" v="8" actId="27636"/>
        <pc:sldMkLst>
          <pc:docMk/>
          <pc:sldMk cId="1988620607" sldId="263"/>
        </pc:sldMkLst>
        <pc:spChg chg="mod">
          <ac:chgData name="Kenneth Graf" userId="d1890dd4-deb6-4a9b-a156-5113ac77bda8" providerId="ADAL" clId="{AA6D2A2A-23AB-4958-B631-BFFC97050943}" dt="2020-01-08T21:03:33.346" v="8" actId="27636"/>
          <ac:spMkLst>
            <pc:docMk/>
            <pc:sldMk cId="1988620607" sldId="263"/>
            <ac:spMk id="3" creationId="{00000000-0000-0000-0000-000000000000}"/>
          </ac:spMkLst>
        </pc:spChg>
      </pc:sldChg>
      <pc:sldChg chg="add">
        <pc:chgData name="Kenneth Graf" userId="d1890dd4-deb6-4a9b-a156-5113ac77bda8" providerId="ADAL" clId="{AA6D2A2A-23AB-4958-B631-BFFC97050943}" dt="2020-01-08T21:03:33.298" v="6"/>
        <pc:sldMkLst>
          <pc:docMk/>
          <pc:sldMk cId="831351666" sldId="264"/>
        </pc:sldMkLst>
      </pc:sldChg>
      <pc:sldChg chg="modSp add ord">
        <pc:chgData name="Kenneth Graf" userId="d1890dd4-deb6-4a9b-a156-5113ac77bda8" providerId="ADAL" clId="{AA6D2A2A-23AB-4958-B631-BFFC97050943}" dt="2020-01-23T18:08:47.607" v="272"/>
        <pc:sldMkLst>
          <pc:docMk/>
          <pc:sldMk cId="298789862" sldId="265"/>
        </pc:sldMkLst>
        <pc:spChg chg="mod">
          <ac:chgData name="Kenneth Graf" userId="d1890dd4-deb6-4a9b-a156-5113ac77bda8" providerId="ADAL" clId="{AA6D2A2A-23AB-4958-B631-BFFC97050943}" dt="2020-01-19T05:39:30.345" v="127" actId="1076"/>
          <ac:spMkLst>
            <pc:docMk/>
            <pc:sldMk cId="298789862" sldId="265"/>
            <ac:spMk id="2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19T05:39:29.894" v="126" actId="1076"/>
          <ac:spMkLst>
            <pc:docMk/>
            <pc:sldMk cId="298789862" sldId="265"/>
            <ac:spMk id="3" creationId="{00000000-0000-0000-0000-000000000000}"/>
          </ac:spMkLst>
        </pc:spChg>
        <pc:graphicFrameChg chg="mod">
          <ac:chgData name="Kenneth Graf" userId="d1890dd4-deb6-4a9b-a156-5113ac77bda8" providerId="ADAL" clId="{AA6D2A2A-23AB-4958-B631-BFFC97050943}" dt="2020-01-19T05:39:37.042" v="128" actId="1076"/>
          <ac:graphicFrameMkLst>
            <pc:docMk/>
            <pc:sldMk cId="298789862" sldId="265"/>
            <ac:graphicFrameMk id="4" creationId="{00000000-0000-0000-0000-000000000000}"/>
          </ac:graphicFrameMkLst>
        </pc:graphicFrameChg>
      </pc:sldChg>
      <pc:sldChg chg="addSp delSp modSp add del ord">
        <pc:chgData name="Kenneth Graf" userId="d1890dd4-deb6-4a9b-a156-5113ac77bda8" providerId="ADAL" clId="{AA6D2A2A-23AB-4958-B631-BFFC97050943}" dt="2020-01-23T18:08:47.607" v="272"/>
        <pc:sldMkLst>
          <pc:docMk/>
          <pc:sldMk cId="2172293156" sldId="266"/>
        </pc:sldMkLst>
        <pc:spChg chg="add del mod">
          <ac:chgData name="Kenneth Graf" userId="d1890dd4-deb6-4a9b-a156-5113ac77bda8" providerId="ADAL" clId="{AA6D2A2A-23AB-4958-B631-BFFC97050943}" dt="2020-01-08T21:02:07.439" v="3"/>
          <ac:spMkLst>
            <pc:docMk/>
            <pc:sldMk cId="2172293156" sldId="266"/>
            <ac:spMk id="2" creationId="{1D5953EC-DBE3-4FDF-8BDE-759605933DD1}"/>
          </ac:spMkLst>
        </pc:spChg>
        <pc:spChg chg="add mod">
          <ac:chgData name="Kenneth Graf" userId="d1890dd4-deb6-4a9b-a156-5113ac77bda8" providerId="ADAL" clId="{AA6D2A2A-23AB-4958-B631-BFFC97050943}" dt="2020-01-08T21:02:07.439" v="3"/>
          <ac:spMkLst>
            <pc:docMk/>
            <pc:sldMk cId="2172293156" sldId="266"/>
            <ac:spMk id="3" creationId="{670C01E8-DF05-4FB8-B845-235A69EDC5CE}"/>
          </ac:spMkLst>
        </pc:spChg>
        <pc:spChg chg="del">
          <ac:chgData name="Kenneth Graf" userId="d1890dd4-deb6-4a9b-a156-5113ac77bda8" providerId="ADAL" clId="{AA6D2A2A-23AB-4958-B631-BFFC97050943}" dt="2020-01-08T21:02:00.894" v="1"/>
          <ac:spMkLst>
            <pc:docMk/>
            <pc:sldMk cId="2172293156" sldId="266"/>
            <ac:spMk id="4" creationId="{00000000-0000-0000-0000-000000000000}"/>
          </ac:spMkLst>
        </pc:spChg>
      </pc:sldChg>
      <pc:sldChg chg="addSp delSp modSp">
        <pc:chgData name="Kenneth Graf" userId="d1890dd4-deb6-4a9b-a156-5113ac77bda8" providerId="ADAL" clId="{AA6D2A2A-23AB-4958-B631-BFFC97050943}" dt="2020-01-19T15:51:53.519" v="180" actId="113"/>
        <pc:sldMkLst>
          <pc:docMk/>
          <pc:sldMk cId="1793285008" sldId="267"/>
        </pc:sldMkLst>
        <pc:spChg chg="add mod">
          <ac:chgData name="Kenneth Graf" userId="d1890dd4-deb6-4a9b-a156-5113ac77bda8" providerId="ADAL" clId="{AA6D2A2A-23AB-4958-B631-BFFC97050943}" dt="2020-01-19T15:51:37.193" v="176"/>
          <ac:spMkLst>
            <pc:docMk/>
            <pc:sldMk cId="1793285008" sldId="267"/>
            <ac:spMk id="2" creationId="{6671A767-DB21-4E6F-8F3A-7BC29E5BF64C}"/>
          </ac:spMkLst>
        </pc:spChg>
        <pc:spChg chg="del">
          <ac:chgData name="Kenneth Graf" userId="d1890dd4-deb6-4a9b-a156-5113ac77bda8" providerId="ADAL" clId="{AA6D2A2A-23AB-4958-B631-BFFC97050943}" dt="2020-01-19T15:51:37.193" v="176"/>
          <ac:spMkLst>
            <pc:docMk/>
            <pc:sldMk cId="1793285008" sldId="267"/>
            <ac:spMk id="4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19T15:51:53.519" v="180" actId="113"/>
          <ac:spMkLst>
            <pc:docMk/>
            <pc:sldMk cId="1793285008" sldId="267"/>
            <ac:spMk id="5" creationId="{00000000-0000-0000-0000-000000000000}"/>
          </ac:spMkLst>
        </pc:spChg>
      </pc:sldChg>
      <pc:sldChg chg="add ord">
        <pc:chgData name="Kenneth Graf" userId="d1890dd4-deb6-4a9b-a156-5113ac77bda8" providerId="ADAL" clId="{AA6D2A2A-23AB-4958-B631-BFFC97050943}" dt="2020-01-23T18:08:47.607" v="272"/>
        <pc:sldMkLst>
          <pc:docMk/>
          <pc:sldMk cId="3378397651" sldId="268"/>
        </pc:sldMkLst>
      </pc:sldChg>
      <pc:sldChg chg="add ord">
        <pc:chgData name="Kenneth Graf" userId="d1890dd4-deb6-4a9b-a156-5113ac77bda8" providerId="ADAL" clId="{AA6D2A2A-23AB-4958-B631-BFFC97050943}" dt="2020-01-23T18:08:47.607" v="272"/>
        <pc:sldMkLst>
          <pc:docMk/>
          <pc:sldMk cId="2501010972" sldId="269"/>
        </pc:sldMkLst>
      </pc:sldChg>
      <pc:sldChg chg="add ord">
        <pc:chgData name="Kenneth Graf" userId="d1890dd4-deb6-4a9b-a156-5113ac77bda8" providerId="ADAL" clId="{AA6D2A2A-23AB-4958-B631-BFFC97050943}" dt="2020-01-23T18:08:47.607" v="272"/>
        <pc:sldMkLst>
          <pc:docMk/>
          <pc:sldMk cId="2034005041" sldId="270"/>
        </pc:sldMkLst>
      </pc:sldChg>
      <pc:sldChg chg="addSp delSp modSp add ord">
        <pc:chgData name="Kenneth Graf" userId="d1890dd4-deb6-4a9b-a156-5113ac77bda8" providerId="ADAL" clId="{AA6D2A2A-23AB-4958-B631-BFFC97050943}" dt="2020-01-23T18:08:47.607" v="272"/>
        <pc:sldMkLst>
          <pc:docMk/>
          <pc:sldMk cId="2313036882" sldId="271"/>
        </pc:sldMkLst>
        <pc:spChg chg="del">
          <ac:chgData name="Kenneth Graf" userId="d1890dd4-deb6-4a9b-a156-5113ac77bda8" providerId="ADAL" clId="{AA6D2A2A-23AB-4958-B631-BFFC97050943}" dt="2020-01-08T21:02:00.894" v="1"/>
          <ac:spMkLst>
            <pc:docMk/>
            <pc:sldMk cId="2313036882" sldId="271"/>
            <ac:spMk id="2" creationId="{4C80258D-DEA7-45A5-93C4-052719E9C11A}"/>
          </ac:spMkLst>
        </pc:spChg>
        <pc:spChg chg="add mod">
          <ac:chgData name="Kenneth Graf" userId="d1890dd4-deb6-4a9b-a156-5113ac77bda8" providerId="ADAL" clId="{AA6D2A2A-23AB-4958-B631-BFFC97050943}" dt="2020-01-08T21:02:00.894" v="1"/>
          <ac:spMkLst>
            <pc:docMk/>
            <pc:sldMk cId="2313036882" sldId="271"/>
            <ac:spMk id="3" creationId="{9A60B0C7-EDBE-4F2B-BD06-4E311FCFB87F}"/>
          </ac:spMkLst>
        </pc:spChg>
        <pc:graphicFrameChg chg="mod">
          <ac:chgData name="Kenneth Graf" userId="d1890dd4-deb6-4a9b-a156-5113ac77bda8" providerId="ADAL" clId="{AA6D2A2A-23AB-4958-B631-BFFC97050943}" dt="2020-01-19T05:39:08.501" v="125" actId="1076"/>
          <ac:graphicFrameMkLst>
            <pc:docMk/>
            <pc:sldMk cId="2313036882" sldId="271"/>
            <ac:graphicFrameMk id="8" creationId="{3CF0B064-9E51-4039-B42F-D75FD676EBF7}"/>
          </ac:graphicFrameMkLst>
        </pc:graphicFrameChg>
      </pc:sldChg>
      <pc:sldChg chg="addSp modSp 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2699446998" sldId="272"/>
        </pc:sldMkLst>
        <pc:spChg chg="add mod">
          <ac:chgData name="Kenneth Graf" userId="d1890dd4-deb6-4a9b-a156-5113ac77bda8" providerId="ADAL" clId="{AA6D2A2A-23AB-4958-B631-BFFC97050943}" dt="2020-01-09T06:06:33.422" v="58"/>
          <ac:spMkLst>
            <pc:docMk/>
            <pc:sldMk cId="2699446998" sldId="272"/>
            <ac:spMk id="3" creationId="{BA62C81E-0712-4AF3-B00C-96038DF1539A}"/>
          </ac:spMkLst>
        </pc:spChg>
      </pc:sldChg>
      <pc:sldChg chg="addSp delSp modSp add del ord">
        <pc:chgData name="Kenneth Graf" userId="d1890dd4-deb6-4a9b-a156-5113ac77bda8" providerId="ADAL" clId="{AA6D2A2A-23AB-4958-B631-BFFC97050943}" dt="2020-01-23T18:33:41.736" v="550" actId="47"/>
        <pc:sldMkLst>
          <pc:docMk/>
          <pc:sldMk cId="3091530845" sldId="273"/>
        </pc:sldMkLst>
        <pc:spChg chg="add del mod">
          <ac:chgData name="Kenneth Graf" userId="d1890dd4-deb6-4a9b-a156-5113ac77bda8" providerId="ADAL" clId="{AA6D2A2A-23AB-4958-B631-BFFC97050943}" dt="2020-01-23T18:32:22.181" v="549" actId="478"/>
          <ac:spMkLst>
            <pc:docMk/>
            <pc:sldMk cId="3091530845" sldId="273"/>
            <ac:spMk id="3" creationId="{43027658-6259-49AF-B039-14B5AA69E77B}"/>
          </ac:spMkLst>
        </pc:spChg>
      </pc:sldChg>
      <pc:sldChg chg="addSp delSp modSp add">
        <pc:chgData name="Kenneth Graf" userId="d1890dd4-deb6-4a9b-a156-5113ac77bda8" providerId="ADAL" clId="{AA6D2A2A-23AB-4958-B631-BFFC97050943}" dt="2020-01-08T21:03:43.687" v="12"/>
        <pc:sldMkLst>
          <pc:docMk/>
          <pc:sldMk cId="2003324992" sldId="274"/>
        </pc:sldMkLst>
        <pc:spChg chg="add del mod">
          <ac:chgData name="Kenneth Graf" userId="d1890dd4-deb6-4a9b-a156-5113ac77bda8" providerId="ADAL" clId="{AA6D2A2A-23AB-4958-B631-BFFC97050943}" dt="2020-01-08T21:03:43.687" v="12"/>
          <ac:spMkLst>
            <pc:docMk/>
            <pc:sldMk cId="2003324992" sldId="274"/>
            <ac:spMk id="2" creationId="{8DD47CA7-6A60-45CB-B243-9BBAC196757B}"/>
          </ac:spMkLst>
        </pc:spChg>
        <pc:spChg chg="add mod">
          <ac:chgData name="Kenneth Graf" userId="d1890dd4-deb6-4a9b-a156-5113ac77bda8" providerId="ADAL" clId="{AA6D2A2A-23AB-4958-B631-BFFC97050943}" dt="2020-01-08T21:03:43.687" v="12"/>
          <ac:spMkLst>
            <pc:docMk/>
            <pc:sldMk cId="2003324992" sldId="274"/>
            <ac:spMk id="3" creationId="{91C0C1F8-A720-42FE-8499-FCB0AE424EA0}"/>
          </ac:spMkLst>
        </pc:spChg>
        <pc:spChg chg="del">
          <ac:chgData name="Kenneth Graf" userId="d1890dd4-deb6-4a9b-a156-5113ac77bda8" providerId="ADAL" clId="{AA6D2A2A-23AB-4958-B631-BFFC97050943}" dt="2020-01-08T21:03:38.437" v="10"/>
          <ac:spMkLst>
            <pc:docMk/>
            <pc:sldMk cId="2003324992" sldId="274"/>
            <ac:spMk id="4" creationId="{00000000-0000-0000-0000-000000000000}"/>
          </ac:spMkLst>
        </pc:spChg>
      </pc:sldChg>
      <pc:sldChg chg="add">
        <pc:chgData name="Kenneth Graf" userId="d1890dd4-deb6-4a9b-a156-5113ac77bda8" providerId="ADAL" clId="{AA6D2A2A-23AB-4958-B631-BFFC97050943}" dt="2020-01-08T21:03:33.298" v="6"/>
        <pc:sldMkLst>
          <pc:docMk/>
          <pc:sldMk cId="2428833749" sldId="275"/>
        </pc:sldMkLst>
      </pc:sldChg>
      <pc:sldChg chg="modSp add">
        <pc:chgData name="Kenneth Graf" userId="d1890dd4-deb6-4a9b-a156-5113ac77bda8" providerId="ADAL" clId="{AA6D2A2A-23AB-4958-B631-BFFC97050943}" dt="2020-01-08T21:03:33.342" v="7" actId="27636"/>
        <pc:sldMkLst>
          <pc:docMk/>
          <pc:sldMk cId="1627709566" sldId="276"/>
        </pc:sldMkLst>
        <pc:spChg chg="mod">
          <ac:chgData name="Kenneth Graf" userId="d1890dd4-deb6-4a9b-a156-5113ac77bda8" providerId="ADAL" clId="{AA6D2A2A-23AB-4958-B631-BFFC97050943}" dt="2020-01-08T21:03:33.342" v="7" actId="27636"/>
          <ac:spMkLst>
            <pc:docMk/>
            <pc:sldMk cId="1627709566" sldId="276"/>
            <ac:spMk id="3" creationId="{00000000-0000-0000-0000-000000000000}"/>
          </ac:spMkLst>
        </pc:spChg>
      </pc:sldChg>
      <pc:sldChg chg="add">
        <pc:chgData name="Kenneth Graf" userId="d1890dd4-deb6-4a9b-a156-5113ac77bda8" providerId="ADAL" clId="{AA6D2A2A-23AB-4958-B631-BFFC97050943}" dt="2020-01-08T21:03:33.298" v="6"/>
        <pc:sldMkLst>
          <pc:docMk/>
          <pc:sldMk cId="2759963244" sldId="277"/>
        </pc:sldMkLst>
      </pc:sldChg>
      <pc:sldChg chg="modSp add ord">
        <pc:chgData name="Kenneth Graf" userId="d1890dd4-deb6-4a9b-a156-5113ac77bda8" providerId="ADAL" clId="{AA6D2A2A-23AB-4958-B631-BFFC97050943}" dt="2020-01-19T05:35:15.598" v="107" actId="1037"/>
        <pc:sldMkLst>
          <pc:docMk/>
          <pc:sldMk cId="414938867" sldId="278"/>
        </pc:sldMkLst>
        <pc:picChg chg="mod">
          <ac:chgData name="Kenneth Graf" userId="d1890dd4-deb6-4a9b-a156-5113ac77bda8" providerId="ADAL" clId="{AA6D2A2A-23AB-4958-B631-BFFC97050943}" dt="2020-01-19T05:35:15.598" v="107" actId="1037"/>
          <ac:picMkLst>
            <pc:docMk/>
            <pc:sldMk cId="414938867" sldId="278"/>
            <ac:picMk id="4" creationId="{00000000-0000-0000-0000-000000000000}"/>
          </ac:picMkLst>
        </pc:picChg>
      </pc:sldChg>
      <pc:sldChg chg="add">
        <pc:chgData name="Kenneth Graf" userId="d1890dd4-deb6-4a9b-a156-5113ac77bda8" providerId="ADAL" clId="{AA6D2A2A-23AB-4958-B631-BFFC97050943}" dt="2020-01-08T21:03:33.298" v="6"/>
        <pc:sldMkLst>
          <pc:docMk/>
          <pc:sldMk cId="916266727" sldId="279"/>
        </pc:sldMkLst>
      </pc:sldChg>
      <pc:sldChg chg="add del">
        <pc:chgData name="Kenneth Graf" userId="d1890dd4-deb6-4a9b-a156-5113ac77bda8" providerId="ADAL" clId="{AA6D2A2A-23AB-4958-B631-BFFC97050943}" dt="2020-01-19T05:28:41.993" v="63" actId="47"/>
        <pc:sldMkLst>
          <pc:docMk/>
          <pc:sldMk cId="1592614073" sldId="280"/>
        </pc:sldMkLst>
      </pc:sldChg>
      <pc:sldChg chg="modSp add del">
        <pc:chgData name="Kenneth Graf" userId="d1890dd4-deb6-4a9b-a156-5113ac77bda8" providerId="ADAL" clId="{AA6D2A2A-23AB-4958-B631-BFFC97050943}" dt="2020-01-19T05:33:09.567" v="92" actId="47"/>
        <pc:sldMkLst>
          <pc:docMk/>
          <pc:sldMk cId="676430084" sldId="281"/>
        </pc:sldMkLst>
        <pc:spChg chg="mod">
          <ac:chgData name="Kenneth Graf" userId="d1890dd4-deb6-4a9b-a156-5113ac77bda8" providerId="ADAL" clId="{AA6D2A2A-23AB-4958-B631-BFFC97050943}" dt="2020-01-08T21:03:38.478" v="11" actId="27636"/>
          <ac:spMkLst>
            <pc:docMk/>
            <pc:sldMk cId="676430084" sldId="281"/>
            <ac:spMk id="3" creationId="{00000000-0000-0000-0000-000000000000}"/>
          </ac:spMkLst>
        </pc:spChg>
      </pc:sldChg>
      <pc:sldChg chg="add ord">
        <pc:chgData name="Kenneth Graf" userId="d1890dd4-deb6-4a9b-a156-5113ac77bda8" providerId="ADAL" clId="{AA6D2A2A-23AB-4958-B631-BFFC97050943}" dt="2020-01-19T05:34:11.304" v="96"/>
        <pc:sldMkLst>
          <pc:docMk/>
          <pc:sldMk cId="2287277016" sldId="282"/>
        </pc:sldMkLst>
      </pc:sldChg>
      <pc:sldChg chg="addSp delSp modSp add">
        <pc:chgData name="Kenneth Graf" userId="d1890dd4-deb6-4a9b-a156-5113ac77bda8" providerId="ADAL" clId="{AA6D2A2A-23AB-4958-B631-BFFC97050943}" dt="2020-01-19T05:33:37.291" v="93" actId="14100"/>
        <pc:sldMkLst>
          <pc:docMk/>
          <pc:sldMk cId="272649978" sldId="283"/>
        </pc:sldMkLst>
        <pc:spChg chg="del">
          <ac:chgData name="Kenneth Graf" userId="d1890dd4-deb6-4a9b-a156-5113ac77bda8" providerId="ADAL" clId="{AA6D2A2A-23AB-4958-B631-BFFC97050943}" dt="2020-01-08T21:03:38.437" v="10"/>
          <ac:spMkLst>
            <pc:docMk/>
            <pc:sldMk cId="272649978" sldId="283"/>
            <ac:spMk id="3" creationId="{00000000-0000-0000-0000-000000000000}"/>
          </ac:spMkLst>
        </pc:spChg>
        <pc:spChg chg="add mod">
          <ac:chgData name="Kenneth Graf" userId="d1890dd4-deb6-4a9b-a156-5113ac77bda8" providerId="ADAL" clId="{AA6D2A2A-23AB-4958-B631-BFFC97050943}" dt="2020-01-08T21:03:38.437" v="10"/>
          <ac:spMkLst>
            <pc:docMk/>
            <pc:sldMk cId="272649978" sldId="283"/>
            <ac:spMk id="4" creationId="{DD158FC8-6BB5-4183-A2CF-339D4DEC648B}"/>
          </ac:spMkLst>
        </pc:spChg>
        <pc:picChg chg="mod">
          <ac:chgData name="Kenneth Graf" userId="d1890dd4-deb6-4a9b-a156-5113ac77bda8" providerId="ADAL" clId="{AA6D2A2A-23AB-4958-B631-BFFC97050943}" dt="2020-01-19T05:33:37.291" v="93" actId="14100"/>
          <ac:picMkLst>
            <pc:docMk/>
            <pc:sldMk cId="272649978" sldId="283"/>
            <ac:picMk id="7170" creationId="{00000000-0000-0000-0000-000000000000}"/>
          </ac:picMkLst>
        </pc:picChg>
      </pc:sldChg>
      <pc:sldChg chg="addSp modSp add del">
        <pc:chgData name="Kenneth Graf" userId="d1890dd4-deb6-4a9b-a156-5113ac77bda8" providerId="ADAL" clId="{AA6D2A2A-23AB-4958-B631-BFFC97050943}" dt="2020-01-19T05:33:53.720" v="94" actId="47"/>
        <pc:sldMkLst>
          <pc:docMk/>
          <pc:sldMk cId="4241442524" sldId="284"/>
        </pc:sldMkLst>
        <pc:spChg chg="add mod">
          <ac:chgData name="Kenneth Graf" userId="d1890dd4-deb6-4a9b-a156-5113ac77bda8" providerId="ADAL" clId="{AA6D2A2A-23AB-4958-B631-BFFC97050943}" dt="2020-01-08T21:03:38.437" v="10"/>
          <ac:spMkLst>
            <pc:docMk/>
            <pc:sldMk cId="4241442524" sldId="284"/>
            <ac:spMk id="3" creationId="{18C0C1F0-F0CD-4573-AB0E-CEEE4BD99F8B}"/>
          </ac:spMkLst>
        </pc:spChg>
      </pc:sldChg>
      <pc:sldChg chg="modSp add">
        <pc:chgData name="Kenneth Graf" userId="d1890dd4-deb6-4a9b-a156-5113ac77bda8" providerId="ADAL" clId="{AA6D2A2A-23AB-4958-B631-BFFC97050943}" dt="2020-01-08T21:03:33.365" v="9" actId="27636"/>
        <pc:sldMkLst>
          <pc:docMk/>
          <pc:sldMk cId="4132606660" sldId="285"/>
        </pc:sldMkLst>
        <pc:spChg chg="mod">
          <ac:chgData name="Kenneth Graf" userId="d1890dd4-deb6-4a9b-a156-5113ac77bda8" providerId="ADAL" clId="{AA6D2A2A-23AB-4958-B631-BFFC97050943}" dt="2020-01-08T21:03:33.365" v="9" actId="27636"/>
          <ac:spMkLst>
            <pc:docMk/>
            <pc:sldMk cId="4132606660" sldId="285"/>
            <ac:spMk id="3" creationId="{00000000-0000-0000-0000-000000000000}"/>
          </ac:spMkLst>
        </pc:spChg>
      </pc:sldChg>
      <pc:sldChg chg="modSp add ord">
        <pc:chgData name="Kenneth Graf" userId="d1890dd4-deb6-4a9b-a156-5113ac77bda8" providerId="ADAL" clId="{AA6D2A2A-23AB-4958-B631-BFFC97050943}" dt="2020-01-23T18:29:04.491" v="548" actId="20577"/>
        <pc:sldMkLst>
          <pc:docMk/>
          <pc:sldMk cId="167136375" sldId="286"/>
        </pc:sldMkLst>
        <pc:spChg chg="mod">
          <ac:chgData name="Kenneth Graf" userId="d1890dd4-deb6-4a9b-a156-5113ac77bda8" providerId="ADAL" clId="{AA6D2A2A-23AB-4958-B631-BFFC97050943}" dt="2020-01-23T18:29:04.491" v="548" actId="20577"/>
          <ac:spMkLst>
            <pc:docMk/>
            <pc:sldMk cId="167136375" sldId="286"/>
            <ac:spMk id="2" creationId="{00000000-0000-0000-0000-000000000000}"/>
          </ac:spMkLst>
        </pc:spChg>
        <pc:picChg chg="mod">
          <ac:chgData name="Kenneth Graf" userId="d1890dd4-deb6-4a9b-a156-5113ac77bda8" providerId="ADAL" clId="{AA6D2A2A-23AB-4958-B631-BFFC97050943}" dt="2020-01-19T15:52:19.539" v="182" actId="14100"/>
          <ac:picMkLst>
            <pc:docMk/>
            <pc:sldMk cId="167136375" sldId="286"/>
            <ac:picMk id="4" creationId="{00000000-0000-0000-0000-000000000000}"/>
          </ac:picMkLst>
        </pc:picChg>
      </pc:sldChg>
      <pc:sldChg chg="modSp add del">
        <pc:chgData name="Kenneth Graf" userId="d1890dd4-deb6-4a9b-a156-5113ac77bda8" providerId="ADAL" clId="{AA6D2A2A-23AB-4958-B631-BFFC97050943}" dt="2020-01-23T18:34:08.004" v="551" actId="47"/>
        <pc:sldMkLst>
          <pc:docMk/>
          <pc:sldMk cId="1308249775" sldId="287"/>
        </pc:sldMkLst>
        <pc:picChg chg="mod">
          <ac:chgData name="Kenneth Graf" userId="d1890dd4-deb6-4a9b-a156-5113ac77bda8" providerId="ADAL" clId="{AA6D2A2A-23AB-4958-B631-BFFC97050943}" dt="2020-01-19T05:35:40.393" v="110" actId="1076"/>
          <ac:picMkLst>
            <pc:docMk/>
            <pc:sldMk cId="1308249775" sldId="287"/>
            <ac:picMk id="8" creationId="{AC284916-0C3D-442E-B15A-CED06C9F547A}"/>
          </ac:picMkLst>
        </pc:picChg>
      </pc:sldChg>
      <pc:sldChg chg="modSp add ord">
        <pc:chgData name="Kenneth Graf" userId="d1890dd4-deb6-4a9b-a156-5113ac77bda8" providerId="ADAL" clId="{AA6D2A2A-23AB-4958-B631-BFFC97050943}" dt="2020-01-23T18:22:01.446" v="352"/>
        <pc:sldMkLst>
          <pc:docMk/>
          <pc:sldMk cId="1825703558" sldId="288"/>
        </pc:sldMkLst>
        <pc:spChg chg="mod">
          <ac:chgData name="Kenneth Graf" userId="d1890dd4-deb6-4a9b-a156-5113ac77bda8" providerId="ADAL" clId="{AA6D2A2A-23AB-4958-B631-BFFC97050943}" dt="2020-01-19T05:37:40.686" v="118" actId="20577"/>
          <ac:spMkLst>
            <pc:docMk/>
            <pc:sldMk cId="1825703558" sldId="288"/>
            <ac:spMk id="3" creationId="{AB808FDC-9DB6-41BF-8BB2-FEC21CF5193E}"/>
          </ac:spMkLst>
        </pc:spChg>
        <pc:picChg chg="mod">
          <ac:chgData name="Kenneth Graf" userId="d1890dd4-deb6-4a9b-a156-5113ac77bda8" providerId="ADAL" clId="{AA6D2A2A-23AB-4958-B631-BFFC97050943}" dt="2020-01-19T05:37:55.649" v="121" actId="14100"/>
          <ac:picMkLst>
            <pc:docMk/>
            <pc:sldMk cId="1825703558" sldId="288"/>
            <ac:picMk id="4" creationId="{00000000-0000-0000-0000-000000000000}"/>
          </ac:picMkLst>
        </pc:picChg>
        <pc:picChg chg="mod">
          <ac:chgData name="Kenneth Graf" userId="d1890dd4-deb6-4a9b-a156-5113ac77bda8" providerId="ADAL" clId="{AA6D2A2A-23AB-4958-B631-BFFC97050943}" dt="2020-01-19T05:37:49.469" v="120" actId="1076"/>
          <ac:picMkLst>
            <pc:docMk/>
            <pc:sldMk cId="1825703558" sldId="288"/>
            <ac:picMk id="5" creationId="{00000000-0000-0000-0000-000000000000}"/>
          </ac:picMkLst>
        </pc:picChg>
      </pc:sldChg>
      <pc:sldChg chg="modSp add ord">
        <pc:chgData name="Kenneth Graf" userId="d1890dd4-deb6-4a9b-a156-5113ac77bda8" providerId="ADAL" clId="{AA6D2A2A-23AB-4958-B631-BFFC97050943}" dt="2020-01-23T18:21:52.308" v="350"/>
        <pc:sldMkLst>
          <pc:docMk/>
          <pc:sldMk cId="213687431" sldId="289"/>
        </pc:sldMkLst>
        <pc:spChg chg="mod">
          <ac:chgData name="Kenneth Graf" userId="d1890dd4-deb6-4a9b-a156-5113ac77bda8" providerId="ADAL" clId="{AA6D2A2A-23AB-4958-B631-BFFC97050943}" dt="2020-01-23T18:00:12.217" v="208" actId="20577"/>
          <ac:spMkLst>
            <pc:docMk/>
            <pc:sldMk cId="213687431" sldId="289"/>
            <ac:spMk id="2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01:55.619" v="262" actId="20577"/>
          <ac:spMkLst>
            <pc:docMk/>
            <pc:sldMk cId="213687431" sldId="289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AA6D2A2A-23AB-4958-B631-BFFC97050943}" dt="2020-01-09T05:42:46.058" v="19"/>
        <pc:sldMkLst>
          <pc:docMk/>
          <pc:sldMk cId="2901685967" sldId="290"/>
        </pc:sldMkLst>
      </pc:sldChg>
      <pc:sldChg chg="modSp add del ord">
        <pc:chgData name="Kenneth Graf" userId="d1890dd4-deb6-4a9b-a156-5113ac77bda8" providerId="ADAL" clId="{AA6D2A2A-23AB-4958-B631-BFFC97050943}" dt="2020-01-23T18:54:38.681" v="848" actId="47"/>
        <pc:sldMkLst>
          <pc:docMk/>
          <pc:sldMk cId="3538828226" sldId="290"/>
        </pc:sldMkLst>
        <pc:spChg chg="mod">
          <ac:chgData name="Kenneth Graf" userId="d1890dd4-deb6-4a9b-a156-5113ac77bda8" providerId="ADAL" clId="{AA6D2A2A-23AB-4958-B631-BFFC97050943}" dt="2020-01-23T18:54:18.952" v="828" actId="21"/>
          <ac:spMkLst>
            <pc:docMk/>
            <pc:sldMk cId="3538828226" sldId="290"/>
            <ac:spMk id="3" creationId="{C9E50603-8931-4149-AC87-52F7B6528D23}"/>
          </ac:spMkLst>
        </pc:spChg>
      </pc:sldChg>
      <pc:sldChg chg="add del">
        <pc:chgData name="Kenneth Graf" userId="d1890dd4-deb6-4a9b-a156-5113ac77bda8" providerId="ADAL" clId="{AA6D2A2A-23AB-4958-B631-BFFC97050943}" dt="2020-01-19T05:41:48.320" v="129" actId="2696"/>
        <pc:sldMkLst>
          <pc:docMk/>
          <pc:sldMk cId="388432969" sldId="291"/>
        </pc:sldMkLst>
      </pc:sldChg>
      <pc:sldChg chg="add">
        <pc:chgData name="Kenneth Graf" userId="d1890dd4-deb6-4a9b-a156-5113ac77bda8" providerId="ADAL" clId="{AA6D2A2A-23AB-4958-B631-BFFC97050943}" dt="2020-01-19T05:43:28.225" v="136"/>
        <pc:sldMkLst>
          <pc:docMk/>
          <pc:sldMk cId="487797352" sldId="291"/>
        </pc:sldMkLst>
      </pc:sldChg>
      <pc:sldChg chg="add del">
        <pc:chgData name="Kenneth Graf" userId="d1890dd4-deb6-4a9b-a156-5113ac77bda8" providerId="ADAL" clId="{AA6D2A2A-23AB-4958-B631-BFFC97050943}" dt="2020-01-09T05:42:46.058" v="19"/>
        <pc:sldMkLst>
          <pc:docMk/>
          <pc:sldMk cId="2513608942" sldId="291"/>
        </pc:sldMkLst>
      </pc:sldChg>
      <pc:sldChg chg="add del">
        <pc:chgData name="Kenneth Graf" userId="d1890dd4-deb6-4a9b-a156-5113ac77bda8" providerId="ADAL" clId="{AA6D2A2A-23AB-4958-B631-BFFC97050943}" dt="2020-01-09T05:42:46.058" v="19"/>
        <pc:sldMkLst>
          <pc:docMk/>
          <pc:sldMk cId="735205751" sldId="292"/>
        </pc:sldMkLst>
      </pc:sldChg>
      <pc:sldChg chg="modSp add ord">
        <pc:chgData name="Kenneth Graf" userId="d1890dd4-deb6-4a9b-a156-5113ac77bda8" providerId="ADAL" clId="{AA6D2A2A-23AB-4958-B631-BFFC97050943}" dt="2020-01-23T18:49:10.055" v="701" actId="15"/>
        <pc:sldMkLst>
          <pc:docMk/>
          <pc:sldMk cId="3345214701" sldId="292"/>
        </pc:sldMkLst>
        <pc:spChg chg="mod">
          <ac:chgData name="Kenneth Graf" userId="d1890dd4-deb6-4a9b-a156-5113ac77bda8" providerId="ADAL" clId="{AA6D2A2A-23AB-4958-B631-BFFC97050943}" dt="2020-01-23T18:49:10.055" v="701" actId="15"/>
          <ac:spMkLst>
            <pc:docMk/>
            <pc:sldMk cId="3345214701" sldId="292"/>
            <ac:spMk id="3" creationId="{5F4DBB00-BB74-47D4-9520-675113E596F0}"/>
          </ac:spMkLst>
        </pc:spChg>
      </pc:sldChg>
      <pc:sldChg chg="modSp add del ord">
        <pc:chgData name="Kenneth Graf" userId="d1890dd4-deb6-4a9b-a156-5113ac77bda8" providerId="ADAL" clId="{AA6D2A2A-23AB-4958-B631-BFFC97050943}" dt="2020-01-23T18:49:18.627" v="702" actId="47"/>
        <pc:sldMkLst>
          <pc:docMk/>
          <pc:sldMk cId="1259486527" sldId="293"/>
        </pc:sldMkLst>
        <pc:spChg chg="mod">
          <ac:chgData name="Kenneth Graf" userId="d1890dd4-deb6-4a9b-a156-5113ac77bda8" providerId="ADAL" clId="{AA6D2A2A-23AB-4958-B631-BFFC97050943}" dt="2020-01-23T18:48:46.464" v="684" actId="21"/>
          <ac:spMkLst>
            <pc:docMk/>
            <pc:sldMk cId="1259486527" sldId="293"/>
            <ac:spMk id="3" creationId="{81002A2D-3212-46A6-8FFF-DF4249FC8791}"/>
          </ac:spMkLst>
        </pc:spChg>
      </pc:sldChg>
      <pc:sldChg chg="add del">
        <pc:chgData name="Kenneth Graf" userId="d1890dd4-deb6-4a9b-a156-5113ac77bda8" providerId="ADAL" clId="{AA6D2A2A-23AB-4958-B631-BFFC97050943}" dt="2020-01-09T05:42:46.058" v="19"/>
        <pc:sldMkLst>
          <pc:docMk/>
          <pc:sldMk cId="3831841812" sldId="293"/>
        </pc:sldMkLst>
      </pc:sldChg>
      <pc:sldChg chg="add ord">
        <pc:chgData name="Kenneth Graf" userId="d1890dd4-deb6-4a9b-a156-5113ac77bda8" providerId="ADAL" clId="{AA6D2A2A-23AB-4958-B631-BFFC97050943}" dt="2020-01-23T18:40:58.806" v="561"/>
        <pc:sldMkLst>
          <pc:docMk/>
          <pc:sldMk cId="595763621" sldId="294"/>
        </pc:sldMkLst>
      </pc:sldChg>
      <pc:sldChg chg="modSp add del">
        <pc:chgData name="Kenneth Graf" userId="d1890dd4-deb6-4a9b-a156-5113ac77bda8" providerId="ADAL" clId="{AA6D2A2A-23AB-4958-B631-BFFC97050943}" dt="2020-01-09T05:42:46.058" v="19"/>
        <pc:sldMkLst>
          <pc:docMk/>
          <pc:sldMk cId="1885228373" sldId="294"/>
        </pc:sldMkLst>
        <pc:spChg chg="mod">
          <ac:chgData name="Kenneth Graf" userId="d1890dd4-deb6-4a9b-a156-5113ac77bda8" providerId="ADAL" clId="{AA6D2A2A-23AB-4958-B631-BFFC97050943}" dt="2020-01-09T05:42:46.058" v="19"/>
          <ac:spMkLst>
            <pc:docMk/>
            <pc:sldMk cId="1885228373" sldId="294"/>
            <ac:spMk id="3" creationId="{00000000-0000-0000-0000-000000000000}"/>
          </ac:spMkLst>
        </pc:spChg>
      </pc:sldChg>
      <pc:sldChg chg="modSp add ord">
        <pc:chgData name="Kenneth Graf" userId="d1890dd4-deb6-4a9b-a156-5113ac77bda8" providerId="ADAL" clId="{AA6D2A2A-23AB-4958-B631-BFFC97050943}" dt="2020-01-23T18:47:21.170" v="666"/>
        <pc:sldMkLst>
          <pc:docMk/>
          <pc:sldMk cId="2062706300" sldId="295"/>
        </pc:sldMkLst>
        <pc:spChg chg="mod">
          <ac:chgData name="Kenneth Graf" userId="d1890dd4-deb6-4a9b-a156-5113ac77bda8" providerId="ADAL" clId="{AA6D2A2A-23AB-4958-B631-BFFC97050943}" dt="2020-01-23T18:45:46.078" v="635" actId="20577"/>
          <ac:spMkLst>
            <pc:docMk/>
            <pc:sldMk cId="2062706300" sldId="295"/>
            <ac:spMk id="2" creationId="{1126632F-CC9A-400F-97AC-18494167E8CC}"/>
          </ac:spMkLst>
        </pc:spChg>
        <pc:spChg chg="mod">
          <ac:chgData name="Kenneth Graf" userId="d1890dd4-deb6-4a9b-a156-5113ac77bda8" providerId="ADAL" clId="{AA6D2A2A-23AB-4958-B631-BFFC97050943}" dt="2020-01-23T18:47:03.272" v="664" actId="6549"/>
          <ac:spMkLst>
            <pc:docMk/>
            <pc:sldMk cId="2062706300" sldId="295"/>
            <ac:spMk id="3" creationId="{D64B68CC-2E5B-4C3F-A032-F5878A7BE0BE}"/>
          </ac:spMkLst>
        </pc:spChg>
      </pc:sldChg>
      <pc:sldChg chg="modSp add del">
        <pc:chgData name="Kenneth Graf" userId="d1890dd4-deb6-4a9b-a156-5113ac77bda8" providerId="ADAL" clId="{AA6D2A2A-23AB-4958-B631-BFFC97050943}" dt="2020-01-09T05:42:46.058" v="19"/>
        <pc:sldMkLst>
          <pc:docMk/>
          <pc:sldMk cId="4220188727" sldId="295"/>
        </pc:sldMkLst>
        <pc:spChg chg="mod">
          <ac:chgData name="Kenneth Graf" userId="d1890dd4-deb6-4a9b-a156-5113ac77bda8" providerId="ADAL" clId="{AA6D2A2A-23AB-4958-B631-BFFC97050943}" dt="2020-01-09T05:42:46.058" v="19"/>
          <ac:spMkLst>
            <pc:docMk/>
            <pc:sldMk cId="4220188727" sldId="295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AA6D2A2A-23AB-4958-B631-BFFC97050943}" dt="2020-01-09T05:42:46.058" v="19"/>
        <pc:sldMkLst>
          <pc:docMk/>
          <pc:sldMk cId="2091266625" sldId="296"/>
        </pc:sldMkLst>
      </pc:sldChg>
      <pc:sldChg chg="add del">
        <pc:chgData name="Kenneth Graf" userId="d1890dd4-deb6-4a9b-a156-5113ac77bda8" providerId="ADAL" clId="{AA6D2A2A-23AB-4958-B631-BFFC97050943}" dt="2020-01-19T05:42:14.163" v="130" actId="47"/>
        <pc:sldMkLst>
          <pc:docMk/>
          <pc:sldMk cId="3960885641" sldId="296"/>
        </pc:sldMkLst>
      </pc:sldChg>
      <pc:sldChg chg="add del">
        <pc:chgData name="Kenneth Graf" userId="d1890dd4-deb6-4a9b-a156-5113ac77bda8" providerId="ADAL" clId="{AA6D2A2A-23AB-4958-B631-BFFC97050943}" dt="2020-01-09T05:42:46.058" v="19"/>
        <pc:sldMkLst>
          <pc:docMk/>
          <pc:sldMk cId="2051220457" sldId="297"/>
        </pc:sldMkLst>
      </pc:sldChg>
      <pc:sldChg chg="modSp add del">
        <pc:chgData name="Kenneth Graf" userId="d1890dd4-deb6-4a9b-a156-5113ac77bda8" providerId="ADAL" clId="{AA6D2A2A-23AB-4958-B631-BFFC97050943}" dt="2020-01-19T05:42:16.205" v="131" actId="47"/>
        <pc:sldMkLst>
          <pc:docMk/>
          <pc:sldMk cId="3525326191" sldId="297"/>
        </pc:sldMkLst>
        <pc:spChg chg="mod">
          <ac:chgData name="Kenneth Graf" userId="d1890dd4-deb6-4a9b-a156-5113ac77bda8" providerId="ADAL" clId="{AA6D2A2A-23AB-4958-B631-BFFC97050943}" dt="2020-01-09T05:42:58.609" v="25" actId="27636"/>
          <ac:spMkLst>
            <pc:docMk/>
            <pc:sldMk cId="3525326191" sldId="297"/>
            <ac:spMk id="3" creationId="{65093D66-C0B2-407F-952C-5ACC01C4371C}"/>
          </ac:spMkLst>
        </pc:spChg>
      </pc:sldChg>
      <pc:sldChg chg="modSp add del">
        <pc:chgData name="Kenneth Graf" userId="d1890dd4-deb6-4a9b-a156-5113ac77bda8" providerId="ADAL" clId="{AA6D2A2A-23AB-4958-B631-BFFC97050943}" dt="2020-01-19T05:42:18.227" v="133" actId="47"/>
        <pc:sldMkLst>
          <pc:docMk/>
          <pc:sldMk cId="851360319" sldId="298"/>
        </pc:sldMkLst>
        <pc:spChg chg="mod">
          <ac:chgData name="Kenneth Graf" userId="d1890dd4-deb6-4a9b-a156-5113ac77bda8" providerId="ADAL" clId="{AA6D2A2A-23AB-4958-B631-BFFC97050943}" dt="2020-01-09T05:42:58.624" v="27" actId="27636"/>
          <ac:spMkLst>
            <pc:docMk/>
            <pc:sldMk cId="851360319" sldId="298"/>
            <ac:spMk id="3" creationId="{8447E8AC-0C8E-4AD2-B020-14C94C62781E}"/>
          </ac:spMkLst>
        </pc:spChg>
      </pc:sldChg>
      <pc:sldChg chg="modSp add del">
        <pc:chgData name="Kenneth Graf" userId="d1890dd4-deb6-4a9b-a156-5113ac77bda8" providerId="ADAL" clId="{AA6D2A2A-23AB-4958-B631-BFFC97050943}" dt="2020-01-09T05:42:46.058" v="19"/>
        <pc:sldMkLst>
          <pc:docMk/>
          <pc:sldMk cId="3947759886" sldId="298"/>
        </pc:sldMkLst>
        <pc:spChg chg="mod">
          <ac:chgData name="Kenneth Graf" userId="d1890dd4-deb6-4a9b-a156-5113ac77bda8" providerId="ADAL" clId="{AA6D2A2A-23AB-4958-B631-BFFC97050943}" dt="2020-01-09T05:42:46.058" v="19"/>
          <ac:spMkLst>
            <pc:docMk/>
            <pc:sldMk cId="3947759886" sldId="298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AA6D2A2A-23AB-4958-B631-BFFC97050943}" dt="2020-01-09T05:42:46.058" v="19"/>
        <pc:sldMkLst>
          <pc:docMk/>
          <pc:sldMk cId="2321743692" sldId="299"/>
        </pc:sldMkLst>
      </pc:sldChg>
      <pc:sldChg chg="add del">
        <pc:chgData name="Kenneth Graf" userId="d1890dd4-deb6-4a9b-a156-5113ac77bda8" providerId="ADAL" clId="{AA6D2A2A-23AB-4958-B631-BFFC97050943}" dt="2020-01-19T05:42:21.430" v="135" actId="47"/>
        <pc:sldMkLst>
          <pc:docMk/>
          <pc:sldMk cId="4149620479" sldId="299"/>
        </pc:sldMkLst>
      </pc:sldChg>
      <pc:sldChg chg="modSp add del">
        <pc:chgData name="Kenneth Graf" userId="d1890dd4-deb6-4a9b-a156-5113ac77bda8" providerId="ADAL" clId="{AA6D2A2A-23AB-4958-B631-BFFC97050943}" dt="2020-01-19T05:42:17.443" v="132" actId="47"/>
        <pc:sldMkLst>
          <pc:docMk/>
          <pc:sldMk cId="3065934437" sldId="300"/>
        </pc:sldMkLst>
        <pc:spChg chg="mod">
          <ac:chgData name="Kenneth Graf" userId="d1890dd4-deb6-4a9b-a156-5113ac77bda8" providerId="ADAL" clId="{AA6D2A2A-23AB-4958-B631-BFFC97050943}" dt="2020-01-09T05:42:58.616" v="26" actId="27636"/>
          <ac:spMkLst>
            <pc:docMk/>
            <pc:sldMk cId="3065934437" sldId="300"/>
            <ac:spMk id="3" creationId="{663426E1-7D24-4398-8633-38701458C14E}"/>
          </ac:spMkLst>
        </pc:spChg>
      </pc:sldChg>
      <pc:sldChg chg="add del">
        <pc:chgData name="Kenneth Graf" userId="d1890dd4-deb6-4a9b-a156-5113ac77bda8" providerId="ADAL" clId="{AA6D2A2A-23AB-4958-B631-BFFC97050943}" dt="2020-01-09T05:42:46.058" v="19"/>
        <pc:sldMkLst>
          <pc:docMk/>
          <pc:sldMk cId="3882786701" sldId="300"/>
        </pc:sldMkLst>
      </pc:sldChg>
      <pc:sldChg chg="add del">
        <pc:chgData name="Kenneth Graf" userId="d1890dd4-deb6-4a9b-a156-5113ac77bda8" providerId="ADAL" clId="{AA6D2A2A-23AB-4958-B631-BFFC97050943}" dt="2020-01-23T18:44:14.501" v="574" actId="47"/>
        <pc:sldMkLst>
          <pc:docMk/>
          <pc:sldMk cId="1244934240" sldId="301"/>
        </pc:sldMkLst>
      </pc:sldChg>
      <pc:sldChg chg="add del">
        <pc:chgData name="Kenneth Graf" userId="d1890dd4-deb6-4a9b-a156-5113ac77bda8" providerId="ADAL" clId="{AA6D2A2A-23AB-4958-B631-BFFC97050943}" dt="2020-01-19T05:41:48.320" v="129" actId="2696"/>
        <pc:sldMkLst>
          <pc:docMk/>
          <pc:sldMk cId="1600526486" sldId="301"/>
        </pc:sldMkLst>
      </pc:sldChg>
      <pc:sldChg chg="add ord">
        <pc:chgData name="Kenneth Graf" userId="d1890dd4-deb6-4a9b-a156-5113ac77bda8" providerId="ADAL" clId="{AA6D2A2A-23AB-4958-B631-BFFC97050943}" dt="2020-01-23T18:48:32.168" v="683"/>
        <pc:sldMkLst>
          <pc:docMk/>
          <pc:sldMk cId="209754204" sldId="302"/>
        </pc:sldMkLst>
      </pc:sldChg>
      <pc:sldChg chg="modSp add del">
        <pc:chgData name="Kenneth Graf" userId="d1890dd4-deb6-4a9b-a156-5113ac77bda8" providerId="ADAL" clId="{AA6D2A2A-23AB-4958-B631-BFFC97050943}" dt="2020-01-19T05:41:48.320" v="129" actId="2696"/>
        <pc:sldMkLst>
          <pc:docMk/>
          <pc:sldMk cId="2167516043" sldId="302"/>
        </pc:sldMkLst>
        <pc:spChg chg="mod">
          <ac:chgData name="Kenneth Graf" userId="d1890dd4-deb6-4a9b-a156-5113ac77bda8" providerId="ADAL" clId="{AA6D2A2A-23AB-4958-B631-BFFC97050943}" dt="2020-01-09T05:42:58.569" v="21" actId="27636"/>
          <ac:spMkLst>
            <pc:docMk/>
            <pc:sldMk cId="2167516043" sldId="302"/>
            <ac:spMk id="3" creationId="{870FF784-DC75-4268-8D25-BD338C21790C}"/>
          </ac:spMkLst>
        </pc:spChg>
      </pc:sldChg>
      <pc:sldChg chg="add">
        <pc:chgData name="Kenneth Graf" userId="d1890dd4-deb6-4a9b-a156-5113ac77bda8" providerId="ADAL" clId="{AA6D2A2A-23AB-4958-B631-BFFC97050943}" dt="2020-01-19T05:43:28.225" v="136"/>
        <pc:sldMkLst>
          <pc:docMk/>
          <pc:sldMk cId="883973313" sldId="303"/>
        </pc:sldMkLst>
      </pc:sldChg>
      <pc:sldChg chg="add del">
        <pc:chgData name="Kenneth Graf" userId="d1890dd4-deb6-4a9b-a156-5113ac77bda8" providerId="ADAL" clId="{AA6D2A2A-23AB-4958-B631-BFFC97050943}" dt="2020-01-19T05:41:48.320" v="129" actId="2696"/>
        <pc:sldMkLst>
          <pc:docMk/>
          <pc:sldMk cId="1529098726" sldId="303"/>
        </pc:sldMkLst>
      </pc:sldChg>
      <pc:sldChg chg="modSp add del">
        <pc:chgData name="Kenneth Graf" userId="d1890dd4-deb6-4a9b-a156-5113ac77bda8" providerId="ADAL" clId="{AA6D2A2A-23AB-4958-B631-BFFC97050943}" dt="2020-01-19T05:41:48.320" v="129" actId="2696"/>
        <pc:sldMkLst>
          <pc:docMk/>
          <pc:sldMk cId="3518027048" sldId="304"/>
        </pc:sldMkLst>
        <pc:spChg chg="mod">
          <ac:chgData name="Kenneth Graf" userId="d1890dd4-deb6-4a9b-a156-5113ac77bda8" providerId="ADAL" clId="{AA6D2A2A-23AB-4958-B631-BFFC97050943}" dt="2020-01-09T05:42:58.581" v="22" actId="27636"/>
          <ac:spMkLst>
            <pc:docMk/>
            <pc:sldMk cId="3518027048" sldId="304"/>
            <ac:spMk id="3" creationId="{00000000-0000-0000-0000-000000000000}"/>
          </ac:spMkLst>
        </pc:spChg>
      </pc:sldChg>
      <pc:sldChg chg="add">
        <pc:chgData name="Kenneth Graf" userId="d1890dd4-deb6-4a9b-a156-5113ac77bda8" providerId="ADAL" clId="{AA6D2A2A-23AB-4958-B631-BFFC97050943}" dt="2020-01-19T05:43:28.225" v="136"/>
        <pc:sldMkLst>
          <pc:docMk/>
          <pc:sldMk cId="3893436855" sldId="304"/>
        </pc:sldMkLst>
      </pc:sldChg>
      <pc:sldChg chg="addSp modSp add ord">
        <pc:chgData name="Kenneth Graf" userId="d1890dd4-deb6-4a9b-a156-5113ac77bda8" providerId="ADAL" clId="{AA6D2A2A-23AB-4958-B631-BFFC97050943}" dt="2020-01-23T18:51:27.794" v="813" actId="1076"/>
        <pc:sldMkLst>
          <pc:docMk/>
          <pc:sldMk cId="4141948929" sldId="305"/>
        </pc:sldMkLst>
        <pc:spChg chg="mod">
          <ac:chgData name="Kenneth Graf" userId="d1890dd4-deb6-4a9b-a156-5113ac77bda8" providerId="ADAL" clId="{AA6D2A2A-23AB-4958-B631-BFFC97050943}" dt="2020-01-23T18:51:06.605" v="811" actId="20577"/>
          <ac:spMkLst>
            <pc:docMk/>
            <pc:sldMk cId="4141948929" sldId="305"/>
            <ac:spMk id="2" creationId="{00000000-0000-0000-0000-000000000000}"/>
          </ac:spMkLst>
        </pc:spChg>
        <pc:spChg chg="add mod">
          <ac:chgData name="Kenneth Graf" userId="d1890dd4-deb6-4a9b-a156-5113ac77bda8" providerId="ADAL" clId="{AA6D2A2A-23AB-4958-B631-BFFC97050943}" dt="2020-01-09T05:43:01.722" v="28"/>
          <ac:spMkLst>
            <pc:docMk/>
            <pc:sldMk cId="4141948929" sldId="305"/>
            <ac:spMk id="3" creationId="{A80CAFB7-B145-4067-ACB4-4103F7323728}"/>
          </ac:spMkLst>
        </pc:spChg>
        <pc:picChg chg="mod">
          <ac:chgData name="Kenneth Graf" userId="d1890dd4-deb6-4a9b-a156-5113ac77bda8" providerId="ADAL" clId="{AA6D2A2A-23AB-4958-B631-BFFC97050943}" dt="2020-01-23T18:51:27.794" v="813" actId="1076"/>
          <ac:picMkLst>
            <pc:docMk/>
            <pc:sldMk cId="4141948929" sldId="305"/>
            <ac:picMk id="1028" creationId="{00000000-0000-0000-0000-000000000000}"/>
          </ac:picMkLst>
        </pc:picChg>
      </pc:sldChg>
      <pc:sldChg chg="add del ord">
        <pc:chgData name="Kenneth Graf" userId="d1890dd4-deb6-4a9b-a156-5113ac77bda8" providerId="ADAL" clId="{AA6D2A2A-23AB-4958-B631-BFFC97050943}" dt="2020-01-23T18:41:17.497" v="564" actId="47"/>
        <pc:sldMkLst>
          <pc:docMk/>
          <pc:sldMk cId="1070192452" sldId="306"/>
        </pc:sldMkLst>
      </pc:sldChg>
      <pc:sldChg chg="add ord">
        <pc:chgData name="Kenneth Graf" userId="d1890dd4-deb6-4a9b-a156-5113ac77bda8" providerId="ADAL" clId="{AA6D2A2A-23AB-4958-B631-BFFC97050943}" dt="2020-01-23T18:34:29.794" v="553"/>
        <pc:sldMkLst>
          <pc:docMk/>
          <pc:sldMk cId="1755726546" sldId="307"/>
        </pc:sldMkLst>
      </pc:sldChg>
      <pc:sldChg chg="modSp add ord modNotesTx">
        <pc:chgData name="Kenneth Graf" userId="d1890dd4-deb6-4a9b-a156-5113ac77bda8" providerId="ADAL" clId="{AA6D2A2A-23AB-4958-B631-BFFC97050943}" dt="2020-01-23T18:47:49.622" v="681" actId="20577"/>
        <pc:sldMkLst>
          <pc:docMk/>
          <pc:sldMk cId="2749998655" sldId="308"/>
        </pc:sldMkLst>
        <pc:spChg chg="mod">
          <ac:chgData name="Kenneth Graf" userId="d1890dd4-deb6-4a9b-a156-5113ac77bda8" providerId="ADAL" clId="{AA6D2A2A-23AB-4958-B631-BFFC97050943}" dt="2020-01-09T05:42:58.591" v="23" actId="27636"/>
          <ac:spMkLst>
            <pc:docMk/>
            <pc:sldMk cId="2749998655" sldId="308"/>
            <ac:spMk id="3" creationId="{00000000-0000-0000-0000-000000000000}"/>
          </ac:spMkLst>
        </pc:spChg>
      </pc:sldChg>
      <pc:sldChg chg="modSp add ord">
        <pc:chgData name="Kenneth Graf" userId="d1890dd4-deb6-4a9b-a156-5113ac77bda8" providerId="ADAL" clId="{AA6D2A2A-23AB-4958-B631-BFFC97050943}" dt="2020-01-23T18:43:51.648" v="573"/>
        <pc:sldMkLst>
          <pc:docMk/>
          <pc:sldMk cId="189014115" sldId="309"/>
        </pc:sldMkLst>
        <pc:spChg chg="mod">
          <ac:chgData name="Kenneth Graf" userId="d1890dd4-deb6-4a9b-a156-5113ac77bda8" providerId="ADAL" clId="{AA6D2A2A-23AB-4958-B631-BFFC97050943}" dt="2020-01-09T05:43:01.760" v="29" actId="27636"/>
          <ac:spMkLst>
            <pc:docMk/>
            <pc:sldMk cId="189014115" sldId="309"/>
            <ac:spMk id="3" creationId="{00000000-0000-0000-0000-000000000000}"/>
          </ac:spMkLst>
        </pc:spChg>
      </pc:sldChg>
      <pc:sldChg chg="add del ord">
        <pc:chgData name="Kenneth Graf" userId="d1890dd4-deb6-4a9b-a156-5113ac77bda8" providerId="ADAL" clId="{AA6D2A2A-23AB-4958-B631-BFFC97050943}" dt="2020-01-23T18:41:40.466" v="567" actId="47"/>
        <pc:sldMkLst>
          <pc:docMk/>
          <pc:sldMk cId="3189105829" sldId="310"/>
        </pc:sldMkLst>
      </pc:sldChg>
      <pc:sldChg chg="modSp add ord modNotesTx">
        <pc:chgData name="Kenneth Graf" userId="d1890dd4-deb6-4a9b-a156-5113ac77bda8" providerId="ADAL" clId="{AA6D2A2A-23AB-4958-B631-BFFC97050943}" dt="2020-01-23T18:58:46.706" v="879" actId="313"/>
        <pc:sldMkLst>
          <pc:docMk/>
          <pc:sldMk cId="2402232859" sldId="311"/>
        </pc:sldMkLst>
        <pc:spChg chg="mod">
          <ac:chgData name="Kenneth Graf" userId="d1890dd4-deb6-4a9b-a156-5113ac77bda8" providerId="ADAL" clId="{AA6D2A2A-23AB-4958-B631-BFFC97050943}" dt="2020-01-23T18:53:05.904" v="824" actId="27636"/>
          <ac:spMkLst>
            <pc:docMk/>
            <pc:sldMk cId="2402232859" sldId="311"/>
            <ac:spMk id="2" creationId="{14538EB6-779A-4F9B-BC46-C3AEA7A33832}"/>
          </ac:spMkLst>
        </pc:spChg>
        <pc:spChg chg="mod">
          <ac:chgData name="Kenneth Graf" userId="d1890dd4-deb6-4a9b-a156-5113ac77bda8" providerId="ADAL" clId="{AA6D2A2A-23AB-4958-B631-BFFC97050943}" dt="2020-01-23T18:53:02.425" v="819" actId="21"/>
          <ac:spMkLst>
            <pc:docMk/>
            <pc:sldMk cId="2402232859" sldId="311"/>
            <ac:spMk id="5" creationId="{698B71D2-5D7F-4709-B37A-E352D87F1208}"/>
          </ac:spMkLst>
        </pc:spChg>
        <pc:picChg chg="mod">
          <ac:chgData name="Kenneth Graf" userId="d1890dd4-deb6-4a9b-a156-5113ac77bda8" providerId="ADAL" clId="{AA6D2A2A-23AB-4958-B631-BFFC97050943}" dt="2020-01-23T18:53:22.381" v="827" actId="1076"/>
          <ac:picMkLst>
            <pc:docMk/>
            <pc:sldMk cId="2402232859" sldId="311"/>
            <ac:picMk id="4" creationId="{AA0D9B56-991D-4E43-84FF-43849E3AEE8D}"/>
          </ac:picMkLst>
        </pc:picChg>
      </pc:sldChg>
      <pc:sldChg chg="add del ord">
        <pc:chgData name="Kenneth Graf" userId="d1890dd4-deb6-4a9b-a156-5113ac77bda8" providerId="ADAL" clId="{AA6D2A2A-23AB-4958-B631-BFFC97050943}" dt="2020-01-23T18:54:55.521" v="849" actId="47"/>
        <pc:sldMkLst>
          <pc:docMk/>
          <pc:sldMk cId="1058217547" sldId="312"/>
        </pc:sldMkLst>
      </pc:sldChg>
      <pc:sldChg chg="add del">
        <pc:chgData name="Kenneth Graf" userId="d1890dd4-deb6-4a9b-a156-5113ac77bda8" providerId="ADAL" clId="{AA6D2A2A-23AB-4958-B631-BFFC97050943}" dt="2020-01-19T05:42:19.635" v="134" actId="47"/>
        <pc:sldMkLst>
          <pc:docMk/>
          <pc:sldMk cId="4230230631" sldId="313"/>
        </pc:sldMkLst>
      </pc:sldChg>
      <pc:sldChg chg="add">
        <pc:chgData name="Kenneth Graf" userId="d1890dd4-deb6-4a9b-a156-5113ac77bda8" providerId="ADAL" clId="{AA6D2A2A-23AB-4958-B631-BFFC97050943}" dt="2020-01-09T05:42:58.529" v="20"/>
        <pc:sldMkLst>
          <pc:docMk/>
          <pc:sldMk cId="3958727901" sldId="314"/>
        </pc:sldMkLst>
      </pc:sldChg>
      <pc:sldChg chg="addSp delSp modSp add del">
        <pc:chgData name="Kenneth Graf" userId="d1890dd4-deb6-4a9b-a156-5113ac77bda8" providerId="ADAL" clId="{AA6D2A2A-23AB-4958-B631-BFFC97050943}" dt="2020-01-23T18:44:52.839" v="575" actId="47"/>
        <pc:sldMkLst>
          <pc:docMk/>
          <pc:sldMk cId="2501069645" sldId="315"/>
        </pc:sldMkLst>
        <pc:spChg chg="add del mod">
          <ac:chgData name="Kenneth Graf" userId="d1890dd4-deb6-4a9b-a156-5113ac77bda8" providerId="ADAL" clId="{AA6D2A2A-23AB-4958-B631-BFFC97050943}" dt="2020-01-09T05:52:43.371" v="41"/>
          <ac:spMkLst>
            <pc:docMk/>
            <pc:sldMk cId="2501069645" sldId="315"/>
            <ac:spMk id="2" creationId="{408111F0-F9B8-435E-A27A-B71016A55347}"/>
          </ac:spMkLst>
        </pc:spChg>
        <pc:spChg chg="add mod">
          <ac:chgData name="Kenneth Graf" userId="d1890dd4-deb6-4a9b-a156-5113ac77bda8" providerId="ADAL" clId="{AA6D2A2A-23AB-4958-B631-BFFC97050943}" dt="2020-01-09T05:52:43.371" v="41"/>
          <ac:spMkLst>
            <pc:docMk/>
            <pc:sldMk cId="2501069645" sldId="315"/>
            <ac:spMk id="3" creationId="{6094178B-61B4-443B-A4AC-C04C27F29EA1}"/>
          </ac:spMkLst>
        </pc:spChg>
        <pc:spChg chg="del">
          <ac:chgData name="Kenneth Graf" userId="d1890dd4-deb6-4a9b-a156-5113ac77bda8" providerId="ADAL" clId="{AA6D2A2A-23AB-4958-B631-BFFC97050943}" dt="2020-01-09T05:52:38.890" v="35"/>
          <ac:spMkLst>
            <pc:docMk/>
            <pc:sldMk cId="2501069645" sldId="315"/>
            <ac:spMk id="4" creationId="{00000000-0000-0000-0000-000000000000}"/>
          </ac:spMkLst>
        </pc:spChg>
      </pc:sldChg>
      <pc:sldChg chg="add">
        <pc:chgData name="Kenneth Graf" userId="d1890dd4-deb6-4a9b-a156-5113ac77bda8" providerId="ADAL" clId="{AA6D2A2A-23AB-4958-B631-BFFC97050943}" dt="2020-01-19T15:50:42.775" v="141"/>
        <pc:sldMkLst>
          <pc:docMk/>
          <pc:sldMk cId="321384236" sldId="316"/>
        </pc:sldMkLst>
      </pc:sldChg>
      <pc:sldChg chg="add del">
        <pc:chgData name="Kenneth Graf" userId="d1890dd4-deb6-4a9b-a156-5113ac77bda8" providerId="ADAL" clId="{AA6D2A2A-23AB-4958-B631-BFFC97050943}" dt="2020-01-19T15:50:36.091" v="140" actId="2696"/>
        <pc:sldMkLst>
          <pc:docMk/>
          <pc:sldMk cId="2036351833" sldId="316"/>
        </pc:sldMkLst>
      </pc:sldChg>
      <pc:sldChg chg="addSp modSp add del">
        <pc:chgData name="Kenneth Graf" userId="d1890dd4-deb6-4a9b-a156-5113ac77bda8" providerId="ADAL" clId="{AA6D2A2A-23AB-4958-B631-BFFC97050943}" dt="2020-01-19T05:30:18.622" v="64" actId="47"/>
        <pc:sldMkLst>
          <pc:docMk/>
          <pc:sldMk cId="3564718068" sldId="316"/>
        </pc:sldMkLst>
        <pc:spChg chg="add mod">
          <ac:chgData name="Kenneth Graf" userId="d1890dd4-deb6-4a9b-a156-5113ac77bda8" providerId="ADAL" clId="{AA6D2A2A-23AB-4958-B631-BFFC97050943}" dt="2020-01-09T05:52:38.890" v="35"/>
          <ac:spMkLst>
            <pc:docMk/>
            <pc:sldMk cId="3564718068" sldId="316"/>
            <ac:spMk id="3" creationId="{CC88ABA1-BE07-4A34-BDA4-EB0F426C917D}"/>
          </ac:spMkLst>
        </pc:spChg>
      </pc:sldChg>
      <pc:sldChg chg="add del ord">
        <pc:chgData name="Kenneth Graf" userId="d1890dd4-deb6-4a9b-a156-5113ac77bda8" providerId="ADAL" clId="{AA6D2A2A-23AB-4958-B631-BFFC97050943}" dt="2020-01-23T18:58:14.823" v="877" actId="47"/>
        <pc:sldMkLst>
          <pc:docMk/>
          <pc:sldMk cId="2637705821" sldId="317"/>
        </pc:sldMkLst>
      </pc:sldChg>
      <pc:sldChg chg="modSp add ord">
        <pc:chgData name="Kenneth Graf" userId="d1890dd4-deb6-4a9b-a156-5113ac77bda8" providerId="ADAL" clId="{AA6D2A2A-23AB-4958-B631-BFFC97050943}" dt="2020-01-23T18:57:21.547" v="876" actId="207"/>
        <pc:sldMkLst>
          <pc:docMk/>
          <pc:sldMk cId="3707873397" sldId="318"/>
        </pc:sldMkLst>
        <pc:spChg chg="mod">
          <ac:chgData name="Kenneth Graf" userId="d1890dd4-deb6-4a9b-a156-5113ac77bda8" providerId="ADAL" clId="{AA6D2A2A-23AB-4958-B631-BFFC97050943}" dt="2020-01-23T18:57:21.547" v="876" actId="207"/>
          <ac:spMkLst>
            <pc:docMk/>
            <pc:sldMk cId="3707873397" sldId="318"/>
            <ac:spMk id="2" creationId="{D92EEF2D-1C6E-41E5-A9E3-78043A9ADBA0}"/>
          </ac:spMkLst>
        </pc:spChg>
        <pc:spChg chg="mod">
          <ac:chgData name="Kenneth Graf" userId="d1890dd4-deb6-4a9b-a156-5113ac77bda8" providerId="ADAL" clId="{AA6D2A2A-23AB-4958-B631-BFFC97050943}" dt="2020-01-23T18:56:42.469" v="859" actId="207"/>
          <ac:spMkLst>
            <pc:docMk/>
            <pc:sldMk cId="3707873397" sldId="318"/>
            <ac:spMk id="3" creationId="{94480423-8B11-47B9-88B1-E978442DE4C1}"/>
          </ac:spMkLst>
        </pc:spChg>
      </pc:sldChg>
      <pc:sldChg chg="add">
        <pc:chgData name="Kenneth Graf" userId="d1890dd4-deb6-4a9b-a156-5113ac77bda8" providerId="ADAL" clId="{AA6D2A2A-23AB-4958-B631-BFFC97050943}" dt="2020-01-09T05:52:35.394" v="31"/>
        <pc:sldMkLst>
          <pc:docMk/>
          <pc:sldMk cId="2996471437" sldId="319"/>
        </pc:sldMkLst>
      </pc:sldChg>
      <pc:sldChg chg="modSp add ord">
        <pc:chgData name="Kenneth Graf" userId="d1890dd4-deb6-4a9b-a156-5113ac77bda8" providerId="ADAL" clId="{AA6D2A2A-23AB-4958-B631-BFFC97050943}" dt="2020-01-23T18:17:02.137" v="303" actId="20577"/>
        <pc:sldMkLst>
          <pc:docMk/>
          <pc:sldMk cId="3123616859" sldId="320"/>
        </pc:sldMkLst>
        <pc:spChg chg="mod">
          <ac:chgData name="Kenneth Graf" userId="d1890dd4-deb6-4a9b-a156-5113ac77bda8" providerId="ADAL" clId="{AA6D2A2A-23AB-4958-B631-BFFC97050943}" dt="2020-01-23T18:17:02.137" v="303" actId="20577"/>
          <ac:spMkLst>
            <pc:docMk/>
            <pc:sldMk cId="3123616859" sldId="320"/>
            <ac:spMk id="3" creationId="{00000000-0000-0000-0000-000000000000}"/>
          </ac:spMkLst>
        </pc:spChg>
      </pc:sldChg>
      <pc:sldChg chg="addSp modSp add ord">
        <pc:chgData name="Kenneth Graf" userId="d1890dd4-deb6-4a9b-a156-5113ac77bda8" providerId="ADAL" clId="{AA6D2A2A-23AB-4958-B631-BFFC97050943}" dt="2020-01-23T18:17:30.387" v="307" actId="1036"/>
        <pc:sldMkLst>
          <pc:docMk/>
          <pc:sldMk cId="623106729" sldId="321"/>
        </pc:sldMkLst>
        <pc:spChg chg="add mod">
          <ac:chgData name="Kenneth Graf" userId="d1890dd4-deb6-4a9b-a156-5113ac77bda8" providerId="ADAL" clId="{AA6D2A2A-23AB-4958-B631-BFFC97050943}" dt="2020-01-09T05:52:38.890" v="35"/>
          <ac:spMkLst>
            <pc:docMk/>
            <pc:sldMk cId="623106729" sldId="321"/>
            <ac:spMk id="3" creationId="{19A516F5-123D-418C-A84A-C218ECECB5D7}"/>
          </ac:spMkLst>
        </pc:spChg>
        <pc:picChg chg="mod">
          <ac:chgData name="Kenneth Graf" userId="d1890dd4-deb6-4a9b-a156-5113ac77bda8" providerId="ADAL" clId="{AA6D2A2A-23AB-4958-B631-BFFC97050943}" dt="2020-01-23T18:17:30.387" v="307" actId="1036"/>
          <ac:picMkLst>
            <pc:docMk/>
            <pc:sldMk cId="623106729" sldId="321"/>
            <ac:picMk id="7172" creationId="{00000000-0000-0000-0000-000000000000}"/>
          </ac:picMkLst>
        </pc:picChg>
      </pc:sldChg>
      <pc:sldChg chg="modSp add ord">
        <pc:chgData name="Kenneth Graf" userId="d1890dd4-deb6-4a9b-a156-5113ac77bda8" providerId="ADAL" clId="{AA6D2A2A-23AB-4958-B631-BFFC97050943}" dt="2020-01-23T18:18:46.991" v="313" actId="27636"/>
        <pc:sldMkLst>
          <pc:docMk/>
          <pc:sldMk cId="3957526063" sldId="322"/>
        </pc:sldMkLst>
        <pc:spChg chg="mod">
          <ac:chgData name="Kenneth Graf" userId="d1890dd4-deb6-4a9b-a156-5113ac77bda8" providerId="ADAL" clId="{AA6D2A2A-23AB-4958-B631-BFFC97050943}" dt="2020-01-23T18:18:46.991" v="313" actId="27636"/>
          <ac:spMkLst>
            <pc:docMk/>
            <pc:sldMk cId="3957526063" sldId="322"/>
            <ac:spMk id="3" creationId="{00000000-0000-0000-0000-000000000000}"/>
          </ac:spMkLst>
        </pc:spChg>
      </pc:sldChg>
      <pc:sldChg chg="addSp modSp add ord">
        <pc:chgData name="Kenneth Graf" userId="d1890dd4-deb6-4a9b-a156-5113ac77bda8" providerId="ADAL" clId="{AA6D2A2A-23AB-4958-B631-BFFC97050943}" dt="2020-01-23T18:12:51.865" v="277"/>
        <pc:sldMkLst>
          <pc:docMk/>
          <pc:sldMk cId="3870304579" sldId="323"/>
        </pc:sldMkLst>
        <pc:spChg chg="add mod">
          <ac:chgData name="Kenneth Graf" userId="d1890dd4-deb6-4a9b-a156-5113ac77bda8" providerId="ADAL" clId="{AA6D2A2A-23AB-4958-B631-BFFC97050943}" dt="2020-01-09T05:52:38.890" v="35"/>
          <ac:spMkLst>
            <pc:docMk/>
            <pc:sldMk cId="3870304579" sldId="323"/>
            <ac:spMk id="3" creationId="{FA202114-52B3-402E-A98E-4FB933FFA45A}"/>
          </ac:spMkLst>
        </pc:spChg>
      </pc:sldChg>
      <pc:sldChg chg="modSp add ord">
        <pc:chgData name="Kenneth Graf" userId="d1890dd4-deb6-4a9b-a156-5113ac77bda8" providerId="ADAL" clId="{AA6D2A2A-23AB-4958-B631-BFFC97050943}" dt="2020-01-23T18:19:51.266" v="344" actId="6549"/>
        <pc:sldMkLst>
          <pc:docMk/>
          <pc:sldMk cId="3600338749" sldId="324"/>
        </pc:sldMkLst>
        <pc:spChg chg="mod">
          <ac:chgData name="Kenneth Graf" userId="d1890dd4-deb6-4a9b-a156-5113ac77bda8" providerId="ADAL" clId="{AA6D2A2A-23AB-4958-B631-BFFC97050943}" dt="2020-01-23T18:19:51.266" v="344" actId="6549"/>
          <ac:spMkLst>
            <pc:docMk/>
            <pc:sldMk cId="3600338749" sldId="324"/>
            <ac:spMk id="4" creationId="{00000000-0000-0000-0000-000000000000}"/>
          </ac:spMkLst>
        </pc:spChg>
      </pc:sldChg>
      <pc:sldChg chg="addSp delSp modSp add del ord">
        <pc:chgData name="Kenneth Graf" userId="d1890dd4-deb6-4a9b-a156-5113ac77bda8" providerId="ADAL" clId="{AA6D2A2A-23AB-4958-B631-BFFC97050943}" dt="2020-01-23T18:13:22.253" v="280" actId="47"/>
        <pc:sldMkLst>
          <pc:docMk/>
          <pc:sldMk cId="2479386153" sldId="325"/>
        </pc:sldMkLst>
        <pc:spChg chg="del">
          <ac:chgData name="Kenneth Graf" userId="d1890dd4-deb6-4a9b-a156-5113ac77bda8" providerId="ADAL" clId="{AA6D2A2A-23AB-4958-B631-BFFC97050943}" dt="2020-01-09T05:52:38.890" v="35"/>
          <ac:spMkLst>
            <pc:docMk/>
            <pc:sldMk cId="2479386153" sldId="325"/>
            <ac:spMk id="2" creationId="{00000000-0000-0000-0000-000000000000}"/>
          </ac:spMkLst>
        </pc:spChg>
        <pc:spChg chg="del">
          <ac:chgData name="Kenneth Graf" userId="d1890dd4-deb6-4a9b-a156-5113ac77bda8" providerId="ADAL" clId="{AA6D2A2A-23AB-4958-B631-BFFC97050943}" dt="2020-01-09T05:52:38.890" v="35"/>
          <ac:spMkLst>
            <pc:docMk/>
            <pc:sldMk cId="2479386153" sldId="325"/>
            <ac:spMk id="3" creationId="{00000000-0000-0000-0000-000000000000}"/>
          </ac:spMkLst>
        </pc:spChg>
        <pc:spChg chg="add mod">
          <ac:chgData name="Kenneth Graf" userId="d1890dd4-deb6-4a9b-a156-5113ac77bda8" providerId="ADAL" clId="{AA6D2A2A-23AB-4958-B631-BFFC97050943}" dt="2020-01-09T05:52:38.890" v="35"/>
          <ac:spMkLst>
            <pc:docMk/>
            <pc:sldMk cId="2479386153" sldId="325"/>
            <ac:spMk id="4" creationId="{62B2F6DD-FFDB-4CDD-A560-68E79F619FE9}"/>
          </ac:spMkLst>
        </pc:spChg>
        <pc:spChg chg="add mod">
          <ac:chgData name="Kenneth Graf" userId="d1890dd4-deb6-4a9b-a156-5113ac77bda8" providerId="ADAL" clId="{AA6D2A2A-23AB-4958-B631-BFFC97050943}" dt="2020-01-09T05:52:38.890" v="35"/>
          <ac:spMkLst>
            <pc:docMk/>
            <pc:sldMk cId="2479386153" sldId="325"/>
            <ac:spMk id="5" creationId="{A5125D63-AE45-47EE-B274-BC31666C143C}"/>
          </ac:spMkLst>
        </pc:spChg>
      </pc:sldChg>
      <pc:sldChg chg="add del">
        <pc:chgData name="Kenneth Graf" userId="d1890dd4-deb6-4a9b-a156-5113ac77bda8" providerId="ADAL" clId="{AA6D2A2A-23AB-4958-B631-BFFC97050943}" dt="2020-01-23T17:58:13.527" v="184" actId="47"/>
        <pc:sldMkLst>
          <pc:docMk/>
          <pc:sldMk cId="1600620422" sldId="326"/>
        </pc:sldMkLst>
      </pc:sldChg>
      <pc:sldChg chg="modSp add del ord">
        <pc:chgData name="Kenneth Graf" userId="d1890dd4-deb6-4a9b-a156-5113ac77bda8" providerId="ADAL" clId="{AA6D2A2A-23AB-4958-B631-BFFC97050943}" dt="2020-01-23T18:13:29.301" v="281" actId="47"/>
        <pc:sldMkLst>
          <pc:docMk/>
          <pc:sldMk cId="3518111519" sldId="327"/>
        </pc:sldMkLst>
        <pc:spChg chg="mod">
          <ac:chgData name="Kenneth Graf" userId="d1890dd4-deb6-4a9b-a156-5113ac77bda8" providerId="ADAL" clId="{AA6D2A2A-23AB-4958-B631-BFFC97050943}" dt="2020-01-09T05:52:35.460" v="33" actId="27636"/>
          <ac:spMkLst>
            <pc:docMk/>
            <pc:sldMk cId="3518111519" sldId="327"/>
            <ac:spMk id="3" creationId="{00000000-0000-0000-0000-000000000000}"/>
          </ac:spMkLst>
        </pc:spChg>
      </pc:sldChg>
      <pc:sldChg chg="modSp add ord">
        <pc:chgData name="Kenneth Graf" userId="d1890dd4-deb6-4a9b-a156-5113ac77bda8" providerId="ADAL" clId="{AA6D2A2A-23AB-4958-B631-BFFC97050943}" dt="2020-01-23T18:23:03.133" v="363" actId="1076"/>
        <pc:sldMkLst>
          <pc:docMk/>
          <pc:sldMk cId="3643088564" sldId="328"/>
        </pc:sldMkLst>
        <pc:spChg chg="mod">
          <ac:chgData name="Kenneth Graf" userId="d1890dd4-deb6-4a9b-a156-5113ac77bda8" providerId="ADAL" clId="{AA6D2A2A-23AB-4958-B631-BFFC97050943}" dt="2020-01-09T05:52:38.950" v="38" actId="27636"/>
          <ac:spMkLst>
            <pc:docMk/>
            <pc:sldMk cId="3643088564" sldId="328"/>
            <ac:spMk id="2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2:53.643" v="361" actId="14100"/>
          <ac:spMkLst>
            <pc:docMk/>
            <pc:sldMk cId="3643088564" sldId="328"/>
            <ac:spMk id="3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03.133" v="363" actId="1076"/>
          <ac:spMkLst>
            <pc:docMk/>
            <pc:sldMk cId="3643088564" sldId="328"/>
            <ac:spMk id="9" creationId="{00000000-0000-0000-0000-000000000000}"/>
          </ac:spMkLst>
        </pc:spChg>
        <pc:picChg chg="mod">
          <ac:chgData name="Kenneth Graf" userId="d1890dd4-deb6-4a9b-a156-5113ac77bda8" providerId="ADAL" clId="{AA6D2A2A-23AB-4958-B631-BFFC97050943}" dt="2020-01-23T18:22:59.105" v="362" actId="1076"/>
          <ac:picMkLst>
            <pc:docMk/>
            <pc:sldMk cId="3643088564" sldId="328"/>
            <ac:picMk id="5" creationId="{00000000-0000-0000-0000-000000000000}"/>
          </ac:picMkLst>
        </pc:picChg>
      </pc:sldChg>
      <pc:sldChg chg="modSp add del ord">
        <pc:chgData name="Kenneth Graf" userId="d1890dd4-deb6-4a9b-a156-5113ac77bda8" providerId="ADAL" clId="{AA6D2A2A-23AB-4958-B631-BFFC97050943}" dt="2020-01-23T18:25:54.867" v="440" actId="47"/>
        <pc:sldMkLst>
          <pc:docMk/>
          <pc:sldMk cId="3608112176" sldId="329"/>
        </pc:sldMkLst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4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5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10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11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14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16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18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4:02.402" v="439" actId="27636"/>
          <ac:spMkLst>
            <pc:docMk/>
            <pc:sldMk cId="3608112176" sldId="329"/>
            <ac:spMk id="22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23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35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60" creationId="{00000000-0000-0000-0000-000000000000}"/>
          </ac:spMkLst>
        </pc:spChg>
        <pc:spChg chg="mod">
          <ac:chgData name="Kenneth Graf" userId="d1890dd4-deb6-4a9b-a156-5113ac77bda8" providerId="ADAL" clId="{AA6D2A2A-23AB-4958-B631-BFFC97050943}" dt="2020-01-23T18:23:56.249" v="437" actId="1036"/>
          <ac:spMkLst>
            <pc:docMk/>
            <pc:sldMk cId="3608112176" sldId="329"/>
            <ac:spMk id="61" creationId="{00000000-0000-0000-0000-000000000000}"/>
          </ac:spMkLst>
        </pc:spChg>
        <pc:cxnChg chg="mod">
          <ac:chgData name="Kenneth Graf" userId="d1890dd4-deb6-4a9b-a156-5113ac77bda8" providerId="ADAL" clId="{AA6D2A2A-23AB-4958-B631-BFFC97050943}" dt="2020-01-23T18:23:56.249" v="437" actId="1036"/>
          <ac:cxnSpMkLst>
            <pc:docMk/>
            <pc:sldMk cId="3608112176" sldId="329"/>
            <ac:cxnSpMk id="7" creationId="{00000000-0000-0000-0000-000000000000}"/>
          </ac:cxnSpMkLst>
        </pc:cxnChg>
        <pc:cxnChg chg="mod">
          <ac:chgData name="Kenneth Graf" userId="d1890dd4-deb6-4a9b-a156-5113ac77bda8" providerId="ADAL" clId="{AA6D2A2A-23AB-4958-B631-BFFC97050943}" dt="2020-01-23T18:23:56.249" v="437" actId="1036"/>
          <ac:cxnSpMkLst>
            <pc:docMk/>
            <pc:sldMk cId="3608112176" sldId="329"/>
            <ac:cxnSpMk id="20" creationId="{00000000-0000-0000-0000-000000000000}"/>
          </ac:cxnSpMkLst>
        </pc:cxnChg>
        <pc:cxnChg chg="mod">
          <ac:chgData name="Kenneth Graf" userId="d1890dd4-deb6-4a9b-a156-5113ac77bda8" providerId="ADAL" clId="{AA6D2A2A-23AB-4958-B631-BFFC97050943}" dt="2020-01-23T18:23:56.249" v="437" actId="1036"/>
          <ac:cxnSpMkLst>
            <pc:docMk/>
            <pc:sldMk cId="3608112176" sldId="329"/>
            <ac:cxnSpMk id="36" creationId="{00000000-0000-0000-0000-000000000000}"/>
          </ac:cxnSpMkLst>
        </pc:cxnChg>
        <pc:cxnChg chg="mod">
          <ac:chgData name="Kenneth Graf" userId="d1890dd4-deb6-4a9b-a156-5113ac77bda8" providerId="ADAL" clId="{AA6D2A2A-23AB-4958-B631-BFFC97050943}" dt="2020-01-23T18:23:56.249" v="437" actId="1036"/>
          <ac:cxnSpMkLst>
            <pc:docMk/>
            <pc:sldMk cId="3608112176" sldId="329"/>
            <ac:cxnSpMk id="39" creationId="{00000000-0000-0000-0000-000000000000}"/>
          </ac:cxnSpMkLst>
        </pc:cxnChg>
      </pc:sldChg>
      <pc:sldChg chg="addSp delSp modSp add ord">
        <pc:chgData name="Kenneth Graf" userId="d1890dd4-deb6-4a9b-a156-5113ac77bda8" providerId="ADAL" clId="{AA6D2A2A-23AB-4958-B631-BFFC97050943}" dt="2020-01-23T18:27:12.553" v="461" actId="113"/>
        <pc:sldMkLst>
          <pc:docMk/>
          <pc:sldMk cId="2795091812" sldId="330"/>
        </pc:sldMkLst>
        <pc:spChg chg="add del mod">
          <ac:chgData name="Kenneth Graf" userId="d1890dd4-deb6-4a9b-a156-5113ac77bda8" providerId="ADAL" clId="{AA6D2A2A-23AB-4958-B631-BFFC97050943}" dt="2020-01-23T18:26:42.872" v="442" actId="478"/>
          <ac:spMkLst>
            <pc:docMk/>
            <pc:sldMk cId="2795091812" sldId="330"/>
            <ac:spMk id="2" creationId="{1686684E-20C4-49C9-9448-6E5C82BB4176}"/>
          </ac:spMkLst>
        </pc:spChg>
        <pc:spChg chg="mod">
          <ac:chgData name="Kenneth Graf" userId="d1890dd4-deb6-4a9b-a156-5113ac77bda8" providerId="ADAL" clId="{AA6D2A2A-23AB-4958-B631-BFFC97050943}" dt="2020-01-23T18:27:12.553" v="461" actId="113"/>
          <ac:spMkLst>
            <pc:docMk/>
            <pc:sldMk cId="2795091812" sldId="330"/>
            <ac:spMk id="7" creationId="{00000000-0000-0000-0000-000000000000}"/>
          </ac:spMkLst>
        </pc:spChg>
      </pc:sldChg>
      <pc:sldChg chg="modSp add ord">
        <pc:chgData name="Kenneth Graf" userId="d1890dd4-deb6-4a9b-a156-5113ac77bda8" providerId="ADAL" clId="{AA6D2A2A-23AB-4958-B631-BFFC97050943}" dt="2020-01-23T18:22:41.859" v="360"/>
        <pc:sldMkLst>
          <pc:docMk/>
          <pc:sldMk cId="405491775" sldId="331"/>
        </pc:sldMkLst>
        <pc:spChg chg="mod">
          <ac:chgData name="Kenneth Graf" userId="d1890dd4-deb6-4a9b-a156-5113ac77bda8" providerId="ADAL" clId="{AA6D2A2A-23AB-4958-B631-BFFC97050943}" dt="2020-01-09T05:52:35.475" v="34" actId="27636"/>
          <ac:spMkLst>
            <pc:docMk/>
            <pc:sldMk cId="405491775" sldId="331"/>
            <ac:spMk id="3" creationId="{00000000-0000-0000-0000-000000000000}"/>
          </ac:spMkLst>
        </pc:spChg>
      </pc:sldChg>
      <pc:sldChg chg="addSp modSp add del ord">
        <pc:chgData name="Kenneth Graf" userId="d1890dd4-deb6-4a9b-a156-5113ac77bda8" providerId="ADAL" clId="{AA6D2A2A-23AB-4958-B631-BFFC97050943}" dt="2020-01-23T18:13:54.949" v="284" actId="47"/>
        <pc:sldMkLst>
          <pc:docMk/>
          <pc:sldMk cId="3266942866" sldId="332"/>
        </pc:sldMkLst>
        <pc:spChg chg="add mod">
          <ac:chgData name="Kenneth Graf" userId="d1890dd4-deb6-4a9b-a156-5113ac77bda8" providerId="ADAL" clId="{AA6D2A2A-23AB-4958-B631-BFFC97050943}" dt="2020-01-09T05:52:38.890" v="35"/>
          <ac:spMkLst>
            <pc:docMk/>
            <pc:sldMk cId="3266942866" sldId="332"/>
            <ac:spMk id="3" creationId="{368413F3-8EB8-4AD1-A980-0AF563F35ADF}"/>
          </ac:spMkLst>
        </pc:spChg>
      </pc:sldChg>
      <pc:sldChg chg="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3009892532" sldId="333"/>
        </pc:sldMkLst>
        <pc:spChg chg="mod">
          <ac:chgData name="Kenneth Graf" userId="d1890dd4-deb6-4a9b-a156-5113ac77bda8" providerId="ADAL" clId="{AA6D2A2A-23AB-4958-B631-BFFC97050943}" dt="2020-01-09T06:02:19.474" v="43" actId="27636"/>
          <ac:spMkLst>
            <pc:docMk/>
            <pc:sldMk cId="3009892532" sldId="333"/>
            <ac:spMk id="3" creationId="{00000000-0000-0000-0000-000000000000}"/>
          </ac:spMkLst>
        </pc:spChg>
      </pc:sldChg>
      <pc:sldChg chg="addSp delSp modSp 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707865109" sldId="333"/>
        </pc:sldMkLst>
        <pc:spChg chg="add del mod">
          <ac:chgData name="Kenneth Graf" userId="d1890dd4-deb6-4a9b-a156-5113ac77bda8" providerId="ADAL" clId="{AA6D2A2A-23AB-4958-B631-BFFC97050943}" dt="2020-01-09T06:06:37.860" v="62"/>
          <ac:spMkLst>
            <pc:docMk/>
            <pc:sldMk cId="3707865109" sldId="333"/>
            <ac:spMk id="2" creationId="{1645FC87-4B96-46C5-AC20-C0DF3E819FF5}"/>
          </ac:spMkLst>
        </pc:spChg>
        <pc:spChg chg="add mod">
          <ac:chgData name="Kenneth Graf" userId="d1890dd4-deb6-4a9b-a156-5113ac77bda8" providerId="ADAL" clId="{AA6D2A2A-23AB-4958-B631-BFFC97050943}" dt="2020-01-09T06:06:37.860" v="62"/>
          <ac:spMkLst>
            <pc:docMk/>
            <pc:sldMk cId="3707865109" sldId="333"/>
            <ac:spMk id="3" creationId="{297CF8DB-9122-4718-8D43-04322670392C}"/>
          </ac:spMkLst>
        </pc:spChg>
        <pc:spChg chg="del">
          <ac:chgData name="Kenneth Graf" userId="d1890dd4-deb6-4a9b-a156-5113ac77bda8" providerId="ADAL" clId="{AA6D2A2A-23AB-4958-B631-BFFC97050943}" dt="2020-01-09T06:06:33.422" v="58"/>
          <ac:spMkLst>
            <pc:docMk/>
            <pc:sldMk cId="3707865109" sldId="333"/>
            <ac:spMk id="4" creationId="{00000000-0000-0000-0000-000000000000}"/>
          </ac:spMkLst>
        </pc:spChg>
      </pc:sldChg>
      <pc:sldChg chg="addSp delSp modSp 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1336297053" sldId="334"/>
        </pc:sldMkLst>
        <pc:spChg chg="del">
          <ac:chgData name="Kenneth Graf" userId="d1890dd4-deb6-4a9b-a156-5113ac77bda8" providerId="ADAL" clId="{AA6D2A2A-23AB-4958-B631-BFFC97050943}" dt="2020-01-09T06:06:33.422" v="58"/>
          <ac:spMkLst>
            <pc:docMk/>
            <pc:sldMk cId="1336297053" sldId="334"/>
            <ac:spMk id="2" creationId="{B5DA4A91-0498-4FC0-BF9B-FC4F6F9579E2}"/>
          </ac:spMkLst>
        </pc:spChg>
        <pc:spChg chg="add mod">
          <ac:chgData name="Kenneth Graf" userId="d1890dd4-deb6-4a9b-a156-5113ac77bda8" providerId="ADAL" clId="{AA6D2A2A-23AB-4958-B631-BFFC97050943}" dt="2020-01-09T06:06:33.422" v="58"/>
          <ac:spMkLst>
            <pc:docMk/>
            <pc:sldMk cId="1336297053" sldId="334"/>
            <ac:spMk id="3" creationId="{214B3402-636F-4062-B43D-7D6C4E873A78}"/>
          </ac:spMkLst>
        </pc:spChg>
      </pc:sldChg>
      <pc:sldChg chg="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2265343967" sldId="334"/>
        </pc:sldMkLst>
        <pc:spChg chg="mod">
          <ac:chgData name="Kenneth Graf" userId="d1890dd4-deb6-4a9b-a156-5113ac77bda8" providerId="ADAL" clId="{AA6D2A2A-23AB-4958-B631-BFFC97050943}" dt="2020-01-09T06:02:19.480" v="44" actId="27636"/>
          <ac:spMkLst>
            <pc:docMk/>
            <pc:sldMk cId="2265343967" sldId="334"/>
            <ac:spMk id="3" creationId="{00000000-0000-0000-0000-000000000000}"/>
          </ac:spMkLst>
        </pc:spChg>
      </pc:sldChg>
      <pc:sldChg chg="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2207884590" sldId="335"/>
        </pc:sldMkLst>
        <pc:spChg chg="mod">
          <ac:chgData name="Kenneth Graf" userId="d1890dd4-deb6-4a9b-a156-5113ac77bda8" providerId="ADAL" clId="{AA6D2A2A-23AB-4958-B631-BFFC97050943}" dt="2020-01-09T06:02:19.487" v="45" actId="27636"/>
          <ac:spMkLst>
            <pc:docMk/>
            <pc:sldMk cId="2207884590" sldId="335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022958983" sldId="335"/>
        </pc:sldMkLst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905072640" sldId="336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3426613487" sldId="336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1003601167" sldId="337"/>
        </pc:sldMkLst>
      </pc:sldChg>
      <pc:sldChg chg="modSp 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2688109625" sldId="337"/>
        </pc:sldMkLst>
        <pc:spChg chg="mod">
          <ac:chgData name="Kenneth Graf" userId="d1890dd4-deb6-4a9b-a156-5113ac77bda8" providerId="ADAL" clId="{AA6D2A2A-23AB-4958-B631-BFFC97050943}" dt="2020-01-09T06:06:33.444" v="59" actId="27636"/>
          <ac:spMkLst>
            <pc:docMk/>
            <pc:sldMk cId="2688109625" sldId="337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141611262" sldId="338"/>
        </pc:sldMkLst>
      </pc:sldChg>
      <pc:sldChg chg="modSp 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493254568" sldId="338"/>
        </pc:sldMkLst>
        <pc:spChg chg="mod">
          <ac:chgData name="Kenneth Graf" userId="d1890dd4-deb6-4a9b-a156-5113ac77bda8" providerId="ADAL" clId="{AA6D2A2A-23AB-4958-B631-BFFC97050943}" dt="2020-01-09T06:06:33.449" v="60" actId="27636"/>
          <ac:spMkLst>
            <pc:docMk/>
            <pc:sldMk cId="493254568" sldId="338"/>
            <ac:spMk id="3" creationId="{00000000-0000-0000-0000-000000000000}"/>
          </ac:spMkLst>
        </pc:spChg>
      </pc:sldChg>
      <pc:sldChg chg="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1404967186" sldId="339"/>
        </pc:sldMkLst>
        <pc:spChg chg="mod">
          <ac:chgData name="Kenneth Graf" userId="d1890dd4-deb6-4a9b-a156-5113ac77bda8" providerId="ADAL" clId="{AA6D2A2A-23AB-4958-B631-BFFC97050943}" dt="2020-01-09T06:02:19.497" v="46" actId="27636"/>
          <ac:spMkLst>
            <pc:docMk/>
            <pc:sldMk cId="1404967186" sldId="339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349853972" sldId="339"/>
        </pc:sldMkLst>
      </pc:sldChg>
      <pc:sldChg chg="addSp delSp 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1084211572" sldId="340"/>
        </pc:sldMkLst>
        <pc:spChg chg="del">
          <ac:chgData name="Kenneth Graf" userId="d1890dd4-deb6-4a9b-a156-5113ac77bda8" providerId="ADAL" clId="{AA6D2A2A-23AB-4958-B631-BFFC97050943}" dt="2020-01-09T06:02:27.304" v="47"/>
          <ac:spMkLst>
            <pc:docMk/>
            <pc:sldMk cId="1084211572" sldId="340"/>
            <ac:spMk id="2" creationId="{56001E1B-7272-4E35-A73C-CE79CDA24033}"/>
          </ac:spMkLst>
        </pc:spChg>
        <pc:spChg chg="add mod">
          <ac:chgData name="Kenneth Graf" userId="d1890dd4-deb6-4a9b-a156-5113ac77bda8" providerId="ADAL" clId="{AA6D2A2A-23AB-4958-B631-BFFC97050943}" dt="2020-01-09T06:02:27.304" v="47"/>
          <ac:spMkLst>
            <pc:docMk/>
            <pc:sldMk cId="1084211572" sldId="340"/>
            <ac:spMk id="3" creationId="{9D0A222D-5435-45AD-9B0A-7F3BF20ADE59}"/>
          </ac:spMkLst>
        </pc:spChg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405549715" sldId="340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2927017922" sldId="341"/>
        </pc:sldMkLst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834407131" sldId="341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364343545" sldId="342"/>
        </pc:sldMkLst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1279527088" sldId="342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383000874" sldId="343"/>
        </pc:sldMkLst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481422221" sldId="343"/>
        </pc:sldMkLst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471119175" sldId="344"/>
        </pc:sldMkLst>
      </pc:sldChg>
      <pc:sldChg chg="addSp delSp 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4287553739" sldId="344"/>
        </pc:sldMkLst>
        <pc:spChg chg="del">
          <ac:chgData name="Kenneth Graf" userId="d1890dd4-deb6-4a9b-a156-5113ac77bda8" providerId="ADAL" clId="{AA6D2A2A-23AB-4958-B631-BFFC97050943}" dt="2020-01-09T06:05:35.249" v="54"/>
          <ac:spMkLst>
            <pc:docMk/>
            <pc:sldMk cId="4287553739" sldId="344"/>
            <ac:spMk id="2" creationId="{00000000-0000-0000-0000-000000000000}"/>
          </ac:spMkLst>
        </pc:spChg>
        <pc:spChg chg="add del mod">
          <ac:chgData name="Kenneth Graf" userId="d1890dd4-deb6-4a9b-a156-5113ac77bda8" providerId="ADAL" clId="{AA6D2A2A-23AB-4958-B631-BFFC97050943}" dt="2020-01-09T06:05:46.770" v="55"/>
          <ac:spMkLst>
            <pc:docMk/>
            <pc:sldMk cId="4287553739" sldId="344"/>
            <ac:spMk id="4" creationId="{5D0799B2-8AC1-4A72-B34B-33DE3A5FB7EB}"/>
          </ac:spMkLst>
        </pc:spChg>
        <pc:spChg chg="add mod">
          <ac:chgData name="Kenneth Graf" userId="d1890dd4-deb6-4a9b-a156-5113ac77bda8" providerId="ADAL" clId="{AA6D2A2A-23AB-4958-B631-BFFC97050943}" dt="2020-01-09T06:05:46.770" v="55"/>
          <ac:spMkLst>
            <pc:docMk/>
            <pc:sldMk cId="4287553739" sldId="344"/>
            <ac:spMk id="5" creationId="{E90A19AB-790E-4FA0-ADBF-1580E605A578}"/>
          </ac:spMkLst>
        </pc:spChg>
      </pc:sldChg>
      <pc:sldChg chg="modSp 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157284132" sldId="345"/>
        </pc:sldMkLst>
        <pc:spChg chg="mod">
          <ac:chgData name="Kenneth Graf" userId="d1890dd4-deb6-4a9b-a156-5113ac77bda8" providerId="ADAL" clId="{AA6D2A2A-23AB-4958-B631-BFFC97050943}" dt="2020-01-09T06:06:33.467" v="61" actId="27636"/>
          <ac:spMkLst>
            <pc:docMk/>
            <pc:sldMk cId="157284132" sldId="345"/>
            <ac:spMk id="3" creationId="{00000000-0000-0000-0000-000000000000}"/>
          </ac:spMkLst>
        </pc:spChg>
      </pc:sldChg>
      <pc:sldChg chg="addSp delSp 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1789957488" sldId="345"/>
        </pc:sldMkLst>
        <pc:spChg chg="del">
          <ac:chgData name="Kenneth Graf" userId="d1890dd4-deb6-4a9b-a156-5113ac77bda8" providerId="ADAL" clId="{AA6D2A2A-23AB-4958-B631-BFFC97050943}" dt="2020-01-09T06:05:35.249" v="54"/>
          <ac:spMkLst>
            <pc:docMk/>
            <pc:sldMk cId="1789957488" sldId="345"/>
            <ac:spMk id="2" creationId="{00000000-0000-0000-0000-000000000000}"/>
          </ac:spMkLst>
        </pc:spChg>
        <pc:spChg chg="add mod">
          <ac:chgData name="Kenneth Graf" userId="d1890dd4-deb6-4a9b-a156-5113ac77bda8" providerId="ADAL" clId="{AA6D2A2A-23AB-4958-B631-BFFC97050943}" dt="2020-01-09T06:05:35.249" v="54"/>
          <ac:spMkLst>
            <pc:docMk/>
            <pc:sldMk cId="1789957488" sldId="345"/>
            <ac:spMk id="3" creationId="{4B794264-C00F-434F-921B-1DD9F3ADD07A}"/>
          </ac:spMkLst>
        </pc:spChg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1565734446" sldId="346"/>
        </pc:sldMkLst>
      </pc:sldChg>
      <pc:sldChg chg="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3507894663" sldId="346"/>
        </pc:sldMkLst>
        <pc:spChg chg="mod">
          <ac:chgData name="Kenneth Graf" userId="d1890dd4-deb6-4a9b-a156-5113ac77bda8" providerId="ADAL" clId="{AA6D2A2A-23AB-4958-B631-BFFC97050943}" dt="2020-01-09T06:05:31.914" v="50" actId="27636"/>
          <ac:spMkLst>
            <pc:docMk/>
            <pc:sldMk cId="3507894663" sldId="346"/>
            <ac:spMk id="3" creationId="{00000000-0000-0000-0000-000000000000}"/>
          </ac:spMkLst>
        </pc:spChg>
      </pc:sldChg>
      <pc:sldChg chg="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645538368" sldId="347"/>
        </pc:sldMkLst>
        <pc:spChg chg="mod">
          <ac:chgData name="Kenneth Graf" userId="d1890dd4-deb6-4a9b-a156-5113ac77bda8" providerId="ADAL" clId="{AA6D2A2A-23AB-4958-B631-BFFC97050943}" dt="2020-01-09T06:05:31.922" v="51" actId="27636"/>
          <ac:spMkLst>
            <pc:docMk/>
            <pc:sldMk cId="645538368" sldId="347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2353792287" sldId="347"/>
        </pc:sldMkLst>
      </pc:sldChg>
      <pc:sldChg chg="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2735401946" sldId="348"/>
        </pc:sldMkLst>
        <pc:spChg chg="mod">
          <ac:chgData name="Kenneth Graf" userId="d1890dd4-deb6-4a9b-a156-5113ac77bda8" providerId="ADAL" clId="{AA6D2A2A-23AB-4958-B631-BFFC97050943}" dt="2020-01-09T06:05:31.929" v="52" actId="27636"/>
          <ac:spMkLst>
            <pc:docMk/>
            <pc:sldMk cId="2735401946" sldId="348"/>
            <ac:spMk id="3" creationId="{00000000-0000-0000-0000-000000000000}"/>
          </ac:spMkLst>
        </pc:spChg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258217926" sldId="348"/>
        </pc:sldMkLst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1570565515" sldId="349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2686167374" sldId="349"/>
        </pc:sldMkLst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2426349308" sldId="350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4249931221" sldId="350"/>
        </pc:sldMkLst>
      </pc:sldChg>
      <pc:sldChg chg="addSp delSp modSp 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1845752873" sldId="351"/>
        </pc:sldMkLst>
        <pc:spChg chg="del">
          <ac:chgData name="Kenneth Graf" userId="d1890dd4-deb6-4a9b-a156-5113ac77bda8" providerId="ADAL" clId="{AA6D2A2A-23AB-4958-B631-BFFC97050943}" dt="2020-01-09T06:06:33.422" v="58"/>
          <ac:spMkLst>
            <pc:docMk/>
            <pc:sldMk cId="1845752873" sldId="351"/>
            <ac:spMk id="2" creationId="{00000000-0000-0000-0000-000000000000}"/>
          </ac:spMkLst>
        </pc:spChg>
        <pc:spChg chg="add mod">
          <ac:chgData name="Kenneth Graf" userId="d1890dd4-deb6-4a9b-a156-5113ac77bda8" providerId="ADAL" clId="{AA6D2A2A-23AB-4958-B631-BFFC97050943}" dt="2020-01-09T06:06:33.422" v="58"/>
          <ac:spMkLst>
            <pc:docMk/>
            <pc:sldMk cId="1845752873" sldId="351"/>
            <ac:spMk id="3" creationId="{8F1C1C0F-C479-4561-956B-7C99DAC4C433}"/>
          </ac:spMkLst>
        </pc:spChg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2170924462" sldId="351"/>
        </pc:sldMkLst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649484632" sldId="352"/>
        </pc:sldMkLst>
      </pc:sldChg>
      <pc:sldChg chg="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3651706635" sldId="352"/>
        </pc:sldMkLst>
        <pc:spChg chg="mod">
          <ac:chgData name="Kenneth Graf" userId="d1890dd4-deb6-4a9b-a156-5113ac77bda8" providerId="ADAL" clId="{AA6D2A2A-23AB-4958-B631-BFFC97050943}" dt="2020-01-09T06:05:31.938" v="53" actId="27636"/>
          <ac:spMkLst>
            <pc:docMk/>
            <pc:sldMk cId="3651706635" sldId="352"/>
            <ac:spMk id="3" creationId="{00000000-0000-0000-0000-000000000000}"/>
          </ac:spMkLst>
        </pc:spChg>
      </pc:sldChg>
      <pc:sldChg chg="addSp delSp modSp add del">
        <pc:chgData name="Kenneth Graf" userId="d1890dd4-deb6-4a9b-a156-5113ac77bda8" providerId="ADAL" clId="{AA6D2A2A-23AB-4958-B631-BFFC97050943}" dt="2020-01-09T06:06:14.424" v="56" actId="47"/>
        <pc:sldMkLst>
          <pc:docMk/>
          <pc:sldMk cId="1797443443" sldId="353"/>
        </pc:sldMkLst>
        <pc:spChg chg="del">
          <ac:chgData name="Kenneth Graf" userId="d1890dd4-deb6-4a9b-a156-5113ac77bda8" providerId="ADAL" clId="{AA6D2A2A-23AB-4958-B631-BFFC97050943}" dt="2020-01-09T06:05:35.249" v="54"/>
          <ac:spMkLst>
            <pc:docMk/>
            <pc:sldMk cId="1797443443" sldId="353"/>
            <ac:spMk id="2" creationId="{56001E1B-7272-4E35-A73C-CE79CDA24033}"/>
          </ac:spMkLst>
        </pc:spChg>
        <pc:spChg chg="add mod">
          <ac:chgData name="Kenneth Graf" userId="d1890dd4-deb6-4a9b-a156-5113ac77bda8" providerId="ADAL" clId="{AA6D2A2A-23AB-4958-B631-BFFC97050943}" dt="2020-01-09T06:05:35.249" v="54"/>
          <ac:spMkLst>
            <pc:docMk/>
            <pc:sldMk cId="1797443443" sldId="353"/>
            <ac:spMk id="3" creationId="{1D988ADD-CD71-4A74-8B62-E75D2256E36C}"/>
          </ac:spMkLst>
        </pc:spChg>
      </pc:sldChg>
      <pc:sldChg chg="add del">
        <pc:chgData name="Kenneth Graf" userId="d1890dd4-deb6-4a9b-a156-5113ac77bda8" providerId="ADAL" clId="{AA6D2A2A-23AB-4958-B631-BFFC97050943}" dt="2020-01-23T15:32:36.271" v="183" actId="2696"/>
        <pc:sldMkLst>
          <pc:docMk/>
          <pc:sldMk cId="3847215606" sldId="353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1362041346" sldId="354"/>
        </pc:sldMkLst>
      </pc:sldChg>
      <pc:sldChg chg="add del">
        <pc:chgData name="Kenneth Graf" userId="d1890dd4-deb6-4a9b-a156-5113ac77bda8" providerId="ADAL" clId="{AA6D2A2A-23AB-4958-B631-BFFC97050943}" dt="2020-01-19T15:50:36.091" v="140" actId="2696"/>
        <pc:sldMkLst>
          <pc:docMk/>
          <pc:sldMk cId="2118318397" sldId="354"/>
        </pc:sldMkLst>
      </pc:sldChg>
      <pc:sldChg chg="add">
        <pc:chgData name="Kenneth Graf" userId="d1890dd4-deb6-4a9b-a156-5113ac77bda8" providerId="ADAL" clId="{AA6D2A2A-23AB-4958-B631-BFFC97050943}" dt="2020-01-19T15:50:42.775" v="141"/>
        <pc:sldMkLst>
          <pc:docMk/>
          <pc:sldMk cId="4039304705" sldId="354"/>
        </pc:sldMkLst>
      </pc:sldChg>
      <pc:sldChg chg="add">
        <pc:chgData name="Kenneth Graf" userId="d1890dd4-deb6-4a9b-a156-5113ac77bda8" providerId="ADAL" clId="{AA6D2A2A-23AB-4958-B631-BFFC97050943}" dt="2020-01-19T15:50:42.775" v="141"/>
        <pc:sldMkLst>
          <pc:docMk/>
          <pc:sldMk cId="1894400942" sldId="355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2186715201" sldId="355"/>
        </pc:sldMkLst>
      </pc:sldChg>
      <pc:sldChg chg="add del">
        <pc:chgData name="Kenneth Graf" userId="d1890dd4-deb6-4a9b-a156-5113ac77bda8" providerId="ADAL" clId="{AA6D2A2A-23AB-4958-B631-BFFC97050943}" dt="2020-01-19T15:50:36.091" v="140" actId="2696"/>
        <pc:sldMkLst>
          <pc:docMk/>
          <pc:sldMk cId="2657872257" sldId="355"/>
        </pc:sldMkLst>
      </pc:sldChg>
      <pc:sldChg chg="add del">
        <pc:chgData name="Kenneth Graf" userId="d1890dd4-deb6-4a9b-a156-5113ac77bda8" providerId="ADAL" clId="{AA6D2A2A-23AB-4958-B631-BFFC97050943}" dt="2020-01-09T06:06:14.424" v="56" actId="47"/>
        <pc:sldMkLst>
          <pc:docMk/>
          <pc:sldMk cId="2388551978" sldId="356"/>
        </pc:sldMkLst>
      </pc:sldChg>
      <pc:sldChg chg="add ord">
        <pc:chgData name="Kenneth Graf" userId="d1890dd4-deb6-4a9b-a156-5113ac77bda8" providerId="ADAL" clId="{AA6D2A2A-23AB-4958-B631-BFFC97050943}" dt="2020-01-23T18:09:16.925" v="274"/>
        <pc:sldMkLst>
          <pc:docMk/>
          <pc:sldMk cId="2992344945" sldId="356"/>
        </pc:sldMkLst>
      </pc:sldChg>
      <pc:sldChg chg="add del">
        <pc:chgData name="Kenneth Graf" userId="d1890dd4-deb6-4a9b-a156-5113ac77bda8" providerId="ADAL" clId="{AA6D2A2A-23AB-4958-B631-BFFC97050943}" dt="2020-01-19T15:50:36.091" v="140" actId="2696"/>
        <pc:sldMkLst>
          <pc:docMk/>
          <pc:sldMk cId="4090937137" sldId="356"/>
        </pc:sldMkLst>
      </pc:sldChg>
      <pc:sldChg chg="add">
        <pc:chgData name="Kenneth Graf" userId="d1890dd4-deb6-4a9b-a156-5113ac77bda8" providerId="ADAL" clId="{AA6D2A2A-23AB-4958-B631-BFFC97050943}" dt="2020-01-19T15:50:42.775" v="141"/>
        <pc:sldMkLst>
          <pc:docMk/>
          <pc:sldMk cId="150294048" sldId="357"/>
        </pc:sldMkLst>
      </pc:sldChg>
      <pc:sldChg chg="add del">
        <pc:chgData name="Kenneth Graf" userId="d1890dd4-deb6-4a9b-a156-5113ac77bda8" providerId="ADAL" clId="{AA6D2A2A-23AB-4958-B631-BFFC97050943}" dt="2020-01-19T15:50:36.091" v="140" actId="2696"/>
        <pc:sldMkLst>
          <pc:docMk/>
          <pc:sldMk cId="1547967960" sldId="357"/>
        </pc:sldMkLst>
      </pc:sldChg>
      <pc:sldChg chg="add">
        <pc:chgData name="Kenneth Graf" userId="d1890dd4-deb6-4a9b-a156-5113ac77bda8" providerId="ADAL" clId="{AA6D2A2A-23AB-4958-B631-BFFC97050943}" dt="2020-01-19T15:50:42.775" v="141"/>
        <pc:sldMkLst>
          <pc:docMk/>
          <pc:sldMk cId="22147956" sldId="358"/>
        </pc:sldMkLst>
      </pc:sldChg>
      <pc:sldChg chg="add del">
        <pc:chgData name="Kenneth Graf" userId="d1890dd4-deb6-4a9b-a156-5113ac77bda8" providerId="ADAL" clId="{AA6D2A2A-23AB-4958-B631-BFFC97050943}" dt="2020-01-19T15:50:36.091" v="140" actId="2696"/>
        <pc:sldMkLst>
          <pc:docMk/>
          <pc:sldMk cId="873997314" sldId="358"/>
        </pc:sldMkLst>
      </pc:sldChg>
      <pc:sldChg chg="modSp add">
        <pc:chgData name="Kenneth Graf" userId="d1890dd4-deb6-4a9b-a156-5113ac77bda8" providerId="ADAL" clId="{AA6D2A2A-23AB-4958-B631-BFFC97050943}" dt="2020-01-23T18:16:31.255" v="293" actId="20577"/>
        <pc:sldMkLst>
          <pc:docMk/>
          <pc:sldMk cId="3918577379" sldId="359"/>
        </pc:sldMkLst>
        <pc:spChg chg="mod">
          <ac:chgData name="Kenneth Graf" userId="d1890dd4-deb6-4a9b-a156-5113ac77bda8" providerId="ADAL" clId="{AA6D2A2A-23AB-4958-B631-BFFC97050943}" dt="2020-01-23T18:16:31.255" v="293" actId="20577"/>
          <ac:spMkLst>
            <pc:docMk/>
            <pc:sldMk cId="3918577379" sldId="359"/>
            <ac:spMk id="6" creationId="{00000000-0000-0000-0000-000000000000}"/>
          </ac:spMkLst>
        </pc:spChg>
      </pc:sldChg>
      <pc:sldChg chg="add">
        <pc:chgData name="Kenneth Graf" userId="d1890dd4-deb6-4a9b-a156-5113ac77bda8" providerId="ADAL" clId="{AA6D2A2A-23AB-4958-B631-BFFC97050943}" dt="2020-01-23T18:26:21.790" v="441"/>
        <pc:sldMkLst>
          <pc:docMk/>
          <pc:sldMk cId="1270364351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8F3AA64-1AA2-40FC-9C4D-FF0C9CC41531}" type="datetimeFigureOut">
              <a:rPr lang="en-US" smtClean="0"/>
              <a:t>3/4/2020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BE13BA3-2BF5-478F-8F09-F40177E242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F1CF4-B1B7-45FC-A1B6-07E9ADECCD64}" type="slidenum">
              <a:rPr lang="en-US" smtClean="0"/>
              <a:t>3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IT666 Spring Semster 2011</a:t>
            </a:r>
          </a:p>
        </p:txBody>
      </p:sp>
    </p:spTree>
    <p:extLst>
      <p:ext uri="{BB962C8B-B14F-4D97-AF65-F5344CB8AC3E}">
        <p14:creationId xmlns:p14="http://schemas.microsoft.com/office/powerpoint/2010/main" val="1102931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F1CF4-B1B7-45FC-A1B6-07E9ADECCD64}" type="slidenum">
              <a:rPr lang="en-US" smtClean="0"/>
              <a:t>4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IT666 Spring Semster 2011</a:t>
            </a:r>
          </a:p>
        </p:txBody>
      </p:sp>
    </p:spTree>
    <p:extLst>
      <p:ext uri="{BB962C8B-B14F-4D97-AF65-F5344CB8AC3E}">
        <p14:creationId xmlns:p14="http://schemas.microsoft.com/office/powerpoint/2010/main" val="3408761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Gummi</a:t>
            </a:r>
            <a:r>
              <a:rPr lang="en-US" dirty="0"/>
              <a:t> bear attack uses gelatin and photo-sensitive printed-circuit board </a:t>
            </a:r>
          </a:p>
          <a:p>
            <a:endParaRPr lang="en-US" dirty="0"/>
          </a:p>
          <a:p>
            <a:r>
              <a:rPr lang="en-US" dirty="0"/>
              <a:t>Fools 70-80 % of commercial readers</a:t>
            </a:r>
          </a:p>
          <a:p>
            <a:endParaRPr lang="en-US" dirty="0"/>
          </a:p>
          <a:p>
            <a:pPr defTabSz="931774">
              <a:defRPr/>
            </a:pPr>
            <a:r>
              <a:rPr lang="en-US" b="1" dirty="0"/>
              <a:t>Biometric devices violate privacy?</a:t>
            </a:r>
            <a:r>
              <a:rPr lang="en-US" dirty="0"/>
              <a:t> The argument can be made that the no one has the right to the information that our bodies reveal about us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F1CF4-B1B7-45FC-A1B6-07E9ADECCD64}" type="slidenum">
              <a:rPr lang="en-US" smtClean="0"/>
              <a:t>5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IT666 Spring Semster 2011</a:t>
            </a:r>
          </a:p>
        </p:txBody>
      </p:sp>
    </p:spTree>
    <p:extLst>
      <p:ext uri="{BB962C8B-B14F-4D97-AF65-F5344CB8AC3E}">
        <p14:creationId xmlns:p14="http://schemas.microsoft.com/office/powerpoint/2010/main" val="3449610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F1CF4-B1B7-45FC-A1B6-07E9ADECCD64}" type="slidenum">
              <a:rPr lang="en-US" smtClean="0"/>
              <a:t>6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IT666 Spring Semster 2011</a:t>
            </a:r>
          </a:p>
        </p:txBody>
      </p:sp>
    </p:spTree>
    <p:extLst>
      <p:ext uri="{BB962C8B-B14F-4D97-AF65-F5344CB8AC3E}">
        <p14:creationId xmlns:p14="http://schemas.microsoft.com/office/powerpoint/2010/main" val="2139892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10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929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8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86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499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9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206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242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Previous</a:t>
            </a:r>
            <a:r>
              <a:rPr lang="en-US" baseline="0" dirty="0"/>
              <a:t> (client received from server)</a:t>
            </a:r>
          </a:p>
          <a:p>
            <a:endParaRPr lang="en-US" baseline="0" dirty="0"/>
          </a:p>
          <a:p>
            <a:r>
              <a:rPr lang="en-US" dirty="0"/>
              <a:t>MAC key identifier: h480djs93hd8 </a:t>
            </a:r>
          </a:p>
          <a:p>
            <a:r>
              <a:rPr lang="en-US" dirty="0"/>
              <a:t>MAC key: 489dks293j39 </a:t>
            </a:r>
          </a:p>
          <a:p>
            <a:r>
              <a:rPr lang="en-US" dirty="0"/>
              <a:t>MAC algorithm: hmac-sha-1 </a:t>
            </a:r>
          </a:p>
          <a:p>
            <a:r>
              <a:rPr lang="en-US" dirty="0"/>
              <a:t>Issue time: Thu, 02 Dec 2010 21:39:45 GMT</a:t>
            </a:r>
          </a:p>
          <a:p>
            <a:endParaRPr lang="en-US" dirty="0"/>
          </a:p>
          <a:p>
            <a:r>
              <a:rPr lang="en-US" dirty="0"/>
              <a:t>2) Client </a:t>
            </a:r>
            <a:r>
              <a:rPr lang="en-US" dirty="0" err="1"/>
              <a:t>calcs</a:t>
            </a:r>
            <a:r>
              <a:rPr lang="en-US" dirty="0"/>
              <a:t> time(age) and generates random and nonce</a:t>
            </a:r>
          </a:p>
          <a:p>
            <a:r>
              <a:rPr lang="en-US" dirty="0"/>
              <a:t>Age: 264095</a:t>
            </a:r>
          </a:p>
          <a:p>
            <a:r>
              <a:rPr lang="en-US" dirty="0"/>
              <a:t>Random string: dj83hs9s </a:t>
            </a:r>
          </a:p>
          <a:p>
            <a:pPr defTabSz="931774">
              <a:defRPr/>
            </a:pPr>
            <a:r>
              <a:rPr lang="en-US" dirty="0"/>
              <a:t>Nonce: 264095:dj83hs9s</a:t>
            </a:r>
          </a:p>
          <a:p>
            <a:endParaRPr lang="en-US" dirty="0"/>
          </a:p>
          <a:p>
            <a:r>
              <a:rPr lang="en-US" dirty="0"/>
              <a:t>3) Client </a:t>
            </a:r>
            <a:r>
              <a:rPr lang="en-US" dirty="0" err="1"/>
              <a:t>calc</a:t>
            </a:r>
            <a:r>
              <a:rPr lang="en-US" dirty="0"/>
              <a:t> MAC for specific resource</a:t>
            </a:r>
          </a:p>
          <a:p>
            <a:r>
              <a:rPr lang="en-US" dirty="0"/>
              <a:t>GET /resource/1?b=1&amp;a=2 HTTP/1.1</a:t>
            </a:r>
          </a:p>
          <a:p>
            <a:r>
              <a:rPr lang="en-US" dirty="0"/>
              <a:t>Host: example.com </a:t>
            </a:r>
          </a:p>
          <a:p>
            <a:r>
              <a:rPr lang="en-US" dirty="0"/>
              <a:t>Authorization: MAC id="h480djs93hd8",</a:t>
            </a:r>
          </a:p>
          <a:p>
            <a:r>
              <a:rPr lang="en-US" dirty="0"/>
              <a:t>	nonce="264095:dj83hs9s", </a:t>
            </a:r>
          </a:p>
          <a:p>
            <a:r>
              <a:rPr lang="en-US" dirty="0"/>
              <a:t>	mac="SLDJd4mg43cjQfElUs3Qub4L6xE="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656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94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45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full summary of canonicalization changes is listed below:</a:t>
            </a:r>
          </a:p>
          <a:p>
            <a:endParaRPr lang="en-US" dirty="0"/>
          </a:p>
          <a:p>
            <a:r>
              <a:rPr lang="en-US" dirty="0"/>
              <a:t>The document is encoded in UTF-8</a:t>
            </a:r>
          </a:p>
          <a:p>
            <a:r>
              <a:rPr lang="en-US" dirty="0"/>
              <a:t>Line breaks normalized to #</a:t>
            </a:r>
            <a:r>
              <a:rPr lang="en-US" dirty="0" err="1"/>
              <a:t>xA</a:t>
            </a:r>
            <a:r>
              <a:rPr lang="en-US" dirty="0"/>
              <a:t> on input, before parsing</a:t>
            </a:r>
          </a:p>
          <a:p>
            <a:r>
              <a:rPr lang="en-US" dirty="0"/>
              <a:t>Attribute values are normalized, as if by a validating processor</a:t>
            </a:r>
          </a:p>
          <a:p>
            <a:r>
              <a:rPr lang="en-US" dirty="0"/>
              <a:t>Character and parsed entity references are replaced</a:t>
            </a:r>
          </a:p>
          <a:p>
            <a:r>
              <a:rPr lang="en-US" dirty="0"/>
              <a:t>CDATA sections are replaced with their character content</a:t>
            </a:r>
          </a:p>
          <a:p>
            <a:r>
              <a:rPr lang="en-US" dirty="0"/>
              <a:t>The XML declaration and document type declaration are removed</a:t>
            </a:r>
          </a:p>
          <a:p>
            <a:r>
              <a:rPr lang="en-US" dirty="0"/>
              <a:t>Empty elements are converted to start-end tag pairs</a:t>
            </a:r>
          </a:p>
          <a:p>
            <a:r>
              <a:rPr lang="en-US" dirty="0"/>
              <a:t>Whitespace outside of the document element and within start and end tags is normalized</a:t>
            </a:r>
          </a:p>
          <a:p>
            <a:r>
              <a:rPr lang="en-US" dirty="0"/>
              <a:t>All whitespace in character content is retained (excluding characters removed during line feed normalization)</a:t>
            </a:r>
          </a:p>
          <a:p>
            <a:r>
              <a:rPr lang="en-US" dirty="0"/>
              <a:t>Attribute value delimiters are set to quotation marks (double quotes)</a:t>
            </a:r>
          </a:p>
          <a:p>
            <a:r>
              <a:rPr lang="en-US" dirty="0"/>
              <a:t>Special characters in attribute values and character content are replaced by character references</a:t>
            </a:r>
          </a:p>
          <a:p>
            <a:r>
              <a:rPr lang="en-US" dirty="0"/>
              <a:t>Superfluous namespace declarations are removed from each element</a:t>
            </a:r>
          </a:p>
          <a:p>
            <a:r>
              <a:rPr lang="en-US" dirty="0"/>
              <a:t>Default attributes are added to each element</a:t>
            </a:r>
          </a:p>
          <a:p>
            <a:r>
              <a:rPr lang="en-US" dirty="0" err="1"/>
              <a:t>Fixup</a:t>
            </a:r>
            <a:r>
              <a:rPr lang="en-US" dirty="0"/>
              <a:t> of </a:t>
            </a:r>
            <a:r>
              <a:rPr lang="en-US" dirty="0" err="1"/>
              <a:t>xml:base</a:t>
            </a:r>
            <a:r>
              <a:rPr lang="en-US" dirty="0"/>
              <a:t> attributes is performed</a:t>
            </a:r>
          </a:p>
          <a:p>
            <a:r>
              <a:rPr lang="en-US" dirty="0"/>
              <a:t>Lexicographic order is imposed on the namespace declarations and attributes of each element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2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4305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F1CF4-B1B7-45FC-A1B6-07E9ADECCD64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 dirty="0"/>
              <a:t>IT666 Spring Semster 2011</a:t>
            </a:r>
          </a:p>
        </p:txBody>
      </p:sp>
    </p:spTree>
    <p:extLst>
      <p:ext uri="{BB962C8B-B14F-4D97-AF65-F5344CB8AC3E}">
        <p14:creationId xmlns:p14="http://schemas.microsoft.com/office/powerpoint/2010/main" val="4050410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11"/>
              </a:spcAft>
            </a:pPr>
            <a:r>
              <a:rPr lang="en-US" b="1" dirty="0"/>
              <a:t>Step 1 (User ⇔ Browser ⇔ Service Provider):</a:t>
            </a:r>
            <a:r>
              <a:rPr lang="en-US" dirty="0"/>
              <a:t>The user opens a web browser and accesses the Service Provider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2: (Browser ⇔ Discovery Service)</a:t>
            </a:r>
            <a:r>
              <a:rPr lang="en-US" dirty="0"/>
              <a:t> SP redirects the web browser to send a new request to the Discovery Service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3: (User ⇔ Browser ⇔ Discovery Service)</a:t>
            </a:r>
            <a:r>
              <a:rPr lang="en-US" dirty="0"/>
              <a:t> the user makes Identity Provider selection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4 (Browser ⇔ Service Provider):</a:t>
            </a:r>
            <a:r>
              <a:rPr lang="en-US" dirty="0"/>
              <a:t> Directory service redirects back to SP, to initiate session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5 (Browser ⇔ Identity Provider):</a:t>
            </a:r>
            <a:r>
              <a:rPr lang="en-US" dirty="0"/>
              <a:t>The browser posts </a:t>
            </a:r>
            <a:r>
              <a:rPr lang="en-US" dirty="0" err="1"/>
              <a:t>AuthN</a:t>
            </a:r>
            <a:r>
              <a:rPr lang="en-US" dirty="0"/>
              <a:t> request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6 (Browser ⇔ Identity Provider):</a:t>
            </a:r>
            <a:r>
              <a:rPr lang="en-US" dirty="0"/>
              <a:t>The web browser is redirected to the username/password login handler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7 (Browser ⇔ Identity Provider):</a:t>
            </a:r>
            <a:r>
              <a:rPr lang="en-US" dirty="0"/>
              <a:t>The browser redirected to login page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8 (User ⇔ Browser ⇔ Identity Provider):</a:t>
            </a:r>
            <a:r>
              <a:rPr lang="en-US" dirty="0"/>
              <a:t>The user types his username and password credentials and submits them to the IP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9 (Browser ⇔ Service Provider):</a:t>
            </a:r>
            <a:r>
              <a:rPr lang="en-US" dirty="0"/>
              <a:t>Assertion redirect to SP</a:t>
            </a:r>
          </a:p>
          <a:p>
            <a:pPr>
              <a:spcAft>
                <a:spcPts val="611"/>
              </a:spcAft>
            </a:pPr>
            <a:r>
              <a:rPr lang="en-US" b="1" dirty="0"/>
              <a:t>Step 10 (Browser ⇔ Service Provider): </a:t>
            </a:r>
            <a:r>
              <a:rPr lang="en-US" dirty="0"/>
              <a:t>Repeat step 1, request to SP this time resource is returned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80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937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F1CF4-B1B7-45FC-A1B6-07E9ADECCD64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 dirty="0"/>
              <a:t>IT666 Spring Semster 2011</a:t>
            </a:r>
          </a:p>
        </p:txBody>
      </p:sp>
    </p:spTree>
    <p:extLst>
      <p:ext uri="{BB962C8B-B14F-4D97-AF65-F5344CB8AC3E}">
        <p14:creationId xmlns:p14="http://schemas.microsoft.com/office/powerpoint/2010/main" val="12700266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Are Linux files permissions MAC or DAC?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What is Cloud?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9055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Guiding Principles:</a:t>
            </a:r>
          </a:p>
          <a:p>
            <a:r>
              <a:rPr lang="en-US"/>
              <a:t>Perimeter less </a:t>
            </a:r>
            <a:r>
              <a:rPr lang="en-US" dirty="0"/>
              <a:t>Design</a:t>
            </a:r>
          </a:p>
          <a:p>
            <a:pPr lvl="1"/>
            <a:r>
              <a:rPr lang="en-US" dirty="0"/>
              <a:t>Connecting from a particular network must not determine which services you can access.</a:t>
            </a:r>
          </a:p>
          <a:p>
            <a:r>
              <a:rPr lang="en-US" dirty="0"/>
              <a:t>Context-Aware</a:t>
            </a:r>
          </a:p>
          <a:p>
            <a:pPr lvl="1"/>
            <a:r>
              <a:rPr lang="en-US" dirty="0"/>
              <a:t>Access to services is granted based on what we know about you and your device.</a:t>
            </a:r>
          </a:p>
          <a:p>
            <a:r>
              <a:rPr lang="en-US" dirty="0"/>
              <a:t>Dynamic Access Controls</a:t>
            </a:r>
          </a:p>
          <a:p>
            <a:pPr lvl="1"/>
            <a:r>
              <a:rPr lang="en-US" dirty="0"/>
              <a:t>All access to services must be authenticated, authorized and encrypted.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39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243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295401"/>
            <a:ext cx="10972800" cy="1470025"/>
          </a:xfrm>
        </p:spPr>
        <p:txBody>
          <a:bodyPr/>
          <a:lstStyle>
            <a:lvl1pPr algn="ctr">
              <a:defRPr baseline="0"/>
            </a:lvl1pPr>
          </a:lstStyle>
          <a:p>
            <a:r>
              <a:rPr lang="en-US" dirty="0"/>
              <a:t>IT666 : Computer Security</a:t>
            </a:r>
          </a:p>
        </p:txBody>
      </p:sp>
      <p:sp>
        <p:nvSpPr>
          <p:cNvPr id="10" name="Date Placeholder 3"/>
          <p:cNvSpPr txBox="1">
            <a:spLocks/>
          </p:cNvSpPr>
          <p:nvPr/>
        </p:nvSpPr>
        <p:spPr>
          <a:xfrm>
            <a:off x="914400" y="6348476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</p:txBody>
      </p:sp>
      <p:sp>
        <p:nvSpPr>
          <p:cNvPr id="11" name="Footer Placeholder 4"/>
          <p:cNvSpPr txBox="1">
            <a:spLocks/>
          </p:cNvSpPr>
          <p:nvPr/>
        </p:nvSpPr>
        <p:spPr>
          <a:xfrm>
            <a:off x="7112000" y="6348475"/>
            <a:ext cx="416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Instructor : ken.graf@unh.edu</a:t>
            </a:r>
          </a:p>
        </p:txBody>
      </p:sp>
      <p:pic>
        <p:nvPicPr>
          <p:cNvPr id="12" name="Picture 2" descr="University of New Hampshire">
            <a:extLst>
              <a:ext uri="{FF2B5EF4-FFF2-40B4-BE49-F238E27FC236}">
                <a16:creationId xmlns:a16="http://schemas.microsoft.com/office/drawing/2014/main" id="{52E3954D-70A0-416F-A7AB-55B49D629F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91465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51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1"/>
            <a:ext cx="109728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35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8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23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792162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5486400"/>
            <a:ext cx="10972800" cy="11430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600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7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e.msu.edu/~rossarun/BiometricsTextBook/Papers/Introduction/JainRossPrabhakar_BiometricIntro_CSVT04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ngraf/TOTP" TargetMode="External"/><Relationship Id="rId2" Type="http://schemas.openxmlformats.org/officeDocument/2006/relationships/hyperlink" Target="https://chart.googleapis.com/chart?chs=200x200&amp;chld=M|0&amp;cht=qr&amp;chl=otpauth://customerkey?secret=secre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idoalliance.org/specifications/overview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oauthbible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ser-Managed_Access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yondcorp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Identity</a:t>
            </a:r>
          </a:p>
          <a:p>
            <a:r>
              <a:rPr lang="en-US" sz="2400" i="1" dirty="0"/>
              <a:t>Authentication</a:t>
            </a:r>
          </a:p>
          <a:p>
            <a:r>
              <a:rPr lang="en-US" sz="2400" i="1" dirty="0"/>
              <a:t>Tokens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1A767-DB21-4E6F-8F3A-7BC29E5BF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8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500" b="1" dirty="0"/>
              <a:t>Authentication</a:t>
            </a:r>
          </a:p>
          <a:p>
            <a:r>
              <a:rPr lang="en-US" sz="2800" i="1" dirty="0"/>
              <a:t>Something you know</a:t>
            </a:r>
          </a:p>
          <a:p>
            <a:r>
              <a:rPr lang="en-US" sz="2800" i="1" dirty="0"/>
              <a:t>Something you have</a:t>
            </a:r>
          </a:p>
          <a:p>
            <a:r>
              <a:rPr lang="en-US" sz="2800" i="1" dirty="0"/>
              <a:t>Something you are</a:t>
            </a:r>
          </a:p>
          <a:p>
            <a:r>
              <a:rPr lang="en-US" sz="2800" i="1" dirty="0"/>
              <a:t>Inferential</a:t>
            </a:r>
          </a:p>
          <a:p>
            <a:r>
              <a:rPr lang="en-US" sz="2800" i="1" dirty="0"/>
              <a:t>Password strength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181E35-D3AF-46B1-AA1C-2A49FEDDB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0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Authentication “who are you?”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Something you know</a:t>
            </a:r>
          </a:p>
          <a:p>
            <a:pPr lvl="1"/>
            <a:r>
              <a:rPr lang="en-US" dirty="0"/>
              <a:t>Passwords, SSN, birthdate, recent transactions</a:t>
            </a:r>
          </a:p>
          <a:p>
            <a:r>
              <a:rPr lang="en-US" dirty="0"/>
              <a:t>Something you have (Tokens)</a:t>
            </a:r>
          </a:p>
          <a:p>
            <a:pPr lvl="1"/>
            <a:r>
              <a:rPr lang="en-US" dirty="0"/>
              <a:t>Card (ATM, credit), Keys, Laptop, iPhone</a:t>
            </a:r>
          </a:p>
          <a:p>
            <a:r>
              <a:rPr lang="en-US" dirty="0"/>
              <a:t>Something you are (Biometrics)</a:t>
            </a:r>
          </a:p>
          <a:p>
            <a:pPr lvl="1"/>
            <a:r>
              <a:rPr lang="en-US" dirty="0"/>
              <a:t>Fingerprint, face, voice, ears</a:t>
            </a:r>
          </a:p>
          <a:p>
            <a:r>
              <a:rPr lang="en-US" dirty="0"/>
              <a:t>Inferential</a:t>
            </a:r>
            <a:r>
              <a:rPr lang="en-US" i="1" dirty="0"/>
              <a:t> (context)</a:t>
            </a:r>
          </a:p>
          <a:p>
            <a:pPr lvl="1"/>
            <a:r>
              <a:rPr lang="en-US" dirty="0"/>
              <a:t>Location (GPS, Network address)</a:t>
            </a:r>
          </a:p>
          <a:p>
            <a:pPr lvl="1"/>
            <a:r>
              <a:rPr lang="en-US" dirty="0"/>
              <a:t>Browser fingerprint</a:t>
            </a:r>
          </a:p>
        </p:txBody>
      </p:sp>
    </p:spTree>
    <p:extLst>
      <p:ext uri="{BB962C8B-B14F-4D97-AF65-F5344CB8AC3E}">
        <p14:creationId xmlns:p14="http://schemas.microsoft.com/office/powerpoint/2010/main" val="189440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Something you know -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of what you know is public/shared</a:t>
            </a:r>
          </a:p>
          <a:p>
            <a:pPr lvl="1"/>
            <a:r>
              <a:rPr lang="en-US" dirty="0"/>
              <a:t>Mother, address, public records</a:t>
            </a:r>
          </a:p>
          <a:p>
            <a:r>
              <a:rPr lang="en-US" dirty="0"/>
              <a:t>Some things can be guessed</a:t>
            </a:r>
          </a:p>
          <a:p>
            <a:pPr lvl="1"/>
            <a:r>
              <a:rPr lang="en-US" dirty="0"/>
              <a:t>Pins based on birthday</a:t>
            </a:r>
          </a:p>
          <a:p>
            <a:pPr lvl="1"/>
            <a:r>
              <a:rPr lang="en-US" dirty="0"/>
              <a:t>Passwords based on favorite things/places/people</a:t>
            </a:r>
          </a:p>
          <a:p>
            <a:r>
              <a:rPr lang="en-US" dirty="0"/>
              <a:t>People forget</a:t>
            </a:r>
          </a:p>
          <a:p>
            <a:pPr lvl="1"/>
            <a:r>
              <a:rPr lang="en-US" dirty="0"/>
              <a:t>Accounts you use once year</a:t>
            </a:r>
          </a:p>
        </p:txBody>
      </p:sp>
    </p:spTree>
    <p:extLst>
      <p:ext uri="{BB962C8B-B14F-4D97-AF65-F5344CB8AC3E}">
        <p14:creationId xmlns:p14="http://schemas.microsoft.com/office/powerpoint/2010/main" val="321384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Something you are -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False Positives</a:t>
            </a:r>
          </a:p>
          <a:p>
            <a:pPr lvl="1"/>
            <a:r>
              <a:rPr lang="en-US" dirty="0"/>
              <a:t>Someone else’s biometric shows as me</a:t>
            </a:r>
          </a:p>
          <a:p>
            <a:r>
              <a:rPr lang="en-US" dirty="0"/>
              <a:t>False Negatives</a:t>
            </a:r>
          </a:p>
          <a:p>
            <a:pPr lvl="1"/>
            <a:r>
              <a:rPr lang="en-US" dirty="0"/>
              <a:t>My biometric does not work</a:t>
            </a:r>
          </a:p>
          <a:p>
            <a:r>
              <a:rPr lang="en-US" dirty="0"/>
              <a:t>“</a:t>
            </a:r>
            <a:r>
              <a:rPr lang="en-US" dirty="0" err="1"/>
              <a:t>Gummi</a:t>
            </a:r>
            <a:r>
              <a:rPr lang="en-US" dirty="0"/>
              <a:t> Bear” attacks</a:t>
            </a:r>
          </a:p>
          <a:p>
            <a:r>
              <a:rPr lang="en-US" dirty="0"/>
              <a:t>Changes to biometrics</a:t>
            </a:r>
          </a:p>
          <a:p>
            <a:pPr lvl="1"/>
            <a:r>
              <a:rPr lang="en-US" dirty="0"/>
              <a:t>Aging and medical alteration</a:t>
            </a:r>
          </a:p>
          <a:p>
            <a:r>
              <a:rPr lang="en-US" dirty="0"/>
              <a:t>Revocation</a:t>
            </a:r>
          </a:p>
          <a:p>
            <a:pPr lvl="1"/>
            <a:r>
              <a:rPr lang="en-US" dirty="0"/>
              <a:t>Can’t revoke fingerprints</a:t>
            </a:r>
          </a:p>
          <a:p>
            <a:r>
              <a:rPr lang="en-US" dirty="0"/>
              <a:t>Missing &amp; “Stolen” biometrics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4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Something you have -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Possession is 9/10ths of the law</a:t>
            </a:r>
          </a:p>
          <a:p>
            <a:pPr lvl="1"/>
            <a:r>
              <a:rPr lang="en-US" dirty="0"/>
              <a:t>Lost/stolen credit cards</a:t>
            </a:r>
          </a:p>
          <a:p>
            <a:r>
              <a:rPr lang="en-US" dirty="0"/>
              <a:t>Physical damage</a:t>
            </a:r>
          </a:p>
          <a:p>
            <a:pPr lvl="1"/>
            <a:r>
              <a:rPr lang="en-US" dirty="0"/>
              <a:t>Degauss of mag stripe</a:t>
            </a:r>
          </a:p>
          <a:p>
            <a:pPr lvl="1"/>
            <a:r>
              <a:rPr lang="en-US" dirty="0"/>
              <a:t>Loss of token’s battery power </a:t>
            </a:r>
          </a:p>
          <a:p>
            <a:pPr lvl="1"/>
            <a:r>
              <a:rPr lang="en-US" dirty="0"/>
              <a:t>Reader/termination malfunction</a:t>
            </a:r>
          </a:p>
          <a:p>
            <a:r>
              <a:rPr lang="en-US" dirty="0"/>
              <a:t>Logical damage</a:t>
            </a:r>
          </a:p>
          <a:p>
            <a:pPr lvl="1"/>
            <a:r>
              <a:rPr lang="en-US" dirty="0"/>
              <a:t>Laptop/iPhone hacked</a:t>
            </a:r>
          </a:p>
          <a:p>
            <a:r>
              <a:rPr lang="en-US" dirty="0"/>
              <a:t>Inconvenience caused by re-provisioning</a:t>
            </a:r>
          </a:p>
          <a:p>
            <a:pPr lvl="1"/>
            <a:r>
              <a:rPr lang="en-US" dirty="0"/>
              <a:t>May need alternate mode during shipping</a:t>
            </a:r>
          </a:p>
        </p:txBody>
      </p:sp>
    </p:spTree>
    <p:extLst>
      <p:ext uri="{BB962C8B-B14F-4D97-AF65-F5344CB8AC3E}">
        <p14:creationId xmlns:p14="http://schemas.microsoft.com/office/powerpoint/2010/main" val="2992344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Inferential -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Rarely a primary authenticator</a:t>
            </a:r>
          </a:p>
          <a:p>
            <a:r>
              <a:rPr lang="en-US" dirty="0"/>
              <a:t>Often a device rather than person</a:t>
            </a:r>
          </a:p>
          <a:p>
            <a:r>
              <a:rPr lang="en-US" dirty="0" err="1"/>
              <a:t>Anonymizers</a:t>
            </a:r>
            <a:r>
              <a:rPr lang="en-US" dirty="0"/>
              <a:t> and proxies</a:t>
            </a:r>
          </a:p>
          <a:p>
            <a:pPr lvl="1"/>
            <a:r>
              <a:rPr lang="en-US" dirty="0"/>
              <a:t>Easy to remotely drive a device</a:t>
            </a:r>
          </a:p>
          <a:p>
            <a:r>
              <a:rPr lang="en-US" dirty="0"/>
              <a:t>Out-of-band verification adds complexity</a:t>
            </a:r>
          </a:p>
          <a:p>
            <a:pPr lvl="1"/>
            <a:r>
              <a:rPr lang="en-US" dirty="0"/>
              <a:t>iPhone GPS matched to stationary device based on Bluetooth connection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Biometrics</a:t>
            </a:r>
          </a:p>
          <a:p>
            <a:r>
              <a:rPr lang="en-US" sz="2400" i="1" dirty="0"/>
              <a:t>Measuring your face, voice, and ears</a:t>
            </a:r>
          </a:p>
          <a:p>
            <a:r>
              <a:rPr lang="en-US" sz="2400" i="1" dirty="0"/>
              <a:t>Privacy concerns</a:t>
            </a:r>
          </a:p>
          <a:p>
            <a:r>
              <a:rPr lang="en-US" sz="2400" i="1" dirty="0"/>
              <a:t>Facebook tagging (case study)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C01E8-DF05-4FB8-B845-235A69EDC5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9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Physical</a:t>
            </a:r>
          </a:p>
          <a:p>
            <a:pPr lvl="1"/>
            <a:r>
              <a:rPr lang="en-US" dirty="0"/>
              <a:t>Identifiers</a:t>
            </a:r>
          </a:p>
          <a:p>
            <a:pPr lvl="2"/>
            <a:r>
              <a:rPr lang="en-US" dirty="0"/>
              <a:t>Iris, Retina, Ears, Hand, Face, DNA, Fingerprints, Scent, Palm, Footprint, Veins, Dental, MRI, Skin reflection, Lips, Thermo grams, Sweat pores, Fingernail, Brain-wave</a:t>
            </a:r>
          </a:p>
          <a:p>
            <a:pPr lvl="1"/>
            <a:r>
              <a:rPr lang="en-US" dirty="0"/>
              <a:t>Attributes</a:t>
            </a:r>
          </a:p>
          <a:p>
            <a:pPr lvl="2"/>
            <a:r>
              <a:rPr lang="en-US" dirty="0"/>
              <a:t>Weight, Sex, Height, Blood Type, Hair Color</a:t>
            </a:r>
          </a:p>
          <a:p>
            <a:r>
              <a:rPr lang="en-US" dirty="0"/>
              <a:t>Behavioral</a:t>
            </a:r>
          </a:p>
          <a:p>
            <a:pPr lvl="1"/>
            <a:r>
              <a:rPr lang="en-US" dirty="0"/>
              <a:t>Walk(gait), Typing rhythm, Voice, Signature, Lip motion</a:t>
            </a:r>
          </a:p>
        </p:txBody>
      </p:sp>
    </p:spTree>
    <p:extLst>
      <p:ext uri="{BB962C8B-B14F-4D97-AF65-F5344CB8AC3E}">
        <p14:creationId xmlns:p14="http://schemas.microsoft.com/office/powerpoint/2010/main" val="375697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biometrics have errors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C1F655-C4F2-4701-80AE-2374D4C75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990600"/>
            <a:ext cx="7500111" cy="538382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0744BF-17FE-4B83-AF3D-E9487E104CC9}"/>
              </a:ext>
            </a:extLst>
          </p:cNvPr>
          <p:cNvSpPr txBox="1"/>
          <p:nvPr/>
        </p:nvSpPr>
        <p:spPr>
          <a:xfrm>
            <a:off x="2708054" y="6400800"/>
            <a:ext cx="6969347" cy="3048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r>
              <a:rPr lang="en-US" sz="1000" dirty="0">
                <a:hlinkClick r:id="rId4"/>
              </a:rPr>
              <a:t>http://www.cse.msu.edu/~rossarun/BiometricsTextBook/Papers/Introduction/JainRossPrabhakar_BiometricIntro_CSVT04.pdf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8573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Biometric modes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54A985-252A-4CEF-889B-56C156924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526" y="378202"/>
            <a:ext cx="5417474" cy="6476758"/>
          </a:xfrm>
        </p:spPr>
      </p:pic>
    </p:spTree>
    <p:extLst>
      <p:ext uri="{BB962C8B-B14F-4D97-AF65-F5344CB8AC3E}">
        <p14:creationId xmlns:p14="http://schemas.microsoft.com/office/powerpoint/2010/main" val="3542709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F3D9-6E5E-4AFC-BDB0-A9ADB518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99FC2-7671-4151-85B2-6FFA85BCD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 representation of the image</a:t>
            </a:r>
          </a:p>
          <a:p>
            <a:r>
              <a:rPr lang="en-US" dirty="0"/>
              <a:t>Normally proprietary to the vendor</a:t>
            </a:r>
          </a:p>
          <a:p>
            <a:r>
              <a:rPr lang="en-US" dirty="0"/>
              <a:t>Can “stored on system” or “stored on card”</a:t>
            </a:r>
          </a:p>
          <a:p>
            <a:r>
              <a:rPr lang="en-US" dirty="0"/>
              <a:t>Templates are not reversable</a:t>
            </a:r>
          </a:p>
          <a:p>
            <a:r>
              <a:rPr lang="en-US" dirty="0"/>
              <a:t>Smaller &amp; quicker to match than the full image</a:t>
            </a:r>
          </a:p>
          <a:p>
            <a:endParaRPr lang="en-US" dirty="0"/>
          </a:p>
        </p:txBody>
      </p:sp>
      <p:pic>
        <p:nvPicPr>
          <p:cNvPr id="1026" name="Picture 2" descr="MinutiaCapture">
            <a:extLst>
              <a:ext uri="{FF2B5EF4-FFF2-40B4-BE49-F238E27FC236}">
                <a16:creationId xmlns:a16="http://schemas.microsoft.com/office/drawing/2014/main" id="{970109C5-9337-4039-AC5B-AF1E0071E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305300"/>
            <a:ext cx="68580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397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F76CE-D87C-41AA-8392-61131D83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Biometric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52549-152E-4F04-B673-B415AE85B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Universality</a:t>
            </a:r>
            <a:r>
              <a:rPr lang="en-US" dirty="0"/>
              <a:t>: each person should have the characteristic.</a:t>
            </a:r>
          </a:p>
          <a:p>
            <a:r>
              <a:rPr lang="en-US" b="1" dirty="0"/>
              <a:t>Distinctiveness</a:t>
            </a:r>
            <a:r>
              <a:rPr lang="en-US" dirty="0"/>
              <a:t>: any two persons should be sufficiently different.</a:t>
            </a:r>
          </a:p>
          <a:p>
            <a:r>
              <a:rPr lang="en-US" b="1" dirty="0"/>
              <a:t>Permanence</a:t>
            </a:r>
            <a:r>
              <a:rPr lang="en-US" dirty="0"/>
              <a:t>: the characteristic should be sufficiently invariant over a period of time.</a:t>
            </a:r>
          </a:p>
          <a:p>
            <a:r>
              <a:rPr lang="en-US" b="1" dirty="0"/>
              <a:t>Collectability</a:t>
            </a:r>
            <a:r>
              <a:rPr lang="en-US" dirty="0"/>
              <a:t>: the characteristic can be measured quantitatively</a:t>
            </a:r>
          </a:p>
        </p:txBody>
      </p:sp>
    </p:spTree>
    <p:extLst>
      <p:ext uri="{BB962C8B-B14F-4D97-AF65-F5344CB8AC3E}">
        <p14:creationId xmlns:p14="http://schemas.microsoft.com/office/powerpoint/2010/main" val="2501010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A6D3-AD5F-4116-914F-56515574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Biometric system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B1D2C-5154-4213-A7F9-F1F773CF0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Performance</a:t>
            </a:r>
            <a:r>
              <a:rPr lang="en-US" dirty="0"/>
              <a:t>: Recognition accuracy and speed, as well as the operational and environmental factors that affect the accuracy and speed</a:t>
            </a:r>
          </a:p>
          <a:p>
            <a:r>
              <a:rPr lang="en-US" b="1" dirty="0"/>
              <a:t>Acceptability</a:t>
            </a:r>
            <a:r>
              <a:rPr lang="en-US" dirty="0"/>
              <a:t>: The extent to which people are willing to accept the use of a particular biometric in their daily lives</a:t>
            </a:r>
          </a:p>
          <a:p>
            <a:r>
              <a:rPr lang="en-US" b="1" dirty="0"/>
              <a:t>Circumvention</a:t>
            </a:r>
            <a:r>
              <a:rPr lang="en-US" dirty="0"/>
              <a:t>: How difficult to use fraudulent methods.</a:t>
            </a:r>
          </a:p>
        </p:txBody>
      </p:sp>
    </p:spTree>
    <p:extLst>
      <p:ext uri="{BB962C8B-B14F-4D97-AF65-F5344CB8AC3E}">
        <p14:creationId xmlns:p14="http://schemas.microsoft.com/office/powerpoint/2010/main" val="2034005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60B0C7-EDBE-4F2B-BD06-4E311FCF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CF0B064-9E51-4039-B42F-D75FD676EB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518337"/>
              </p:ext>
            </p:extLst>
          </p:nvPr>
        </p:nvGraphicFramePr>
        <p:xfrm>
          <a:off x="838200" y="152400"/>
          <a:ext cx="10972800" cy="655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7558">
                  <a:extLst>
                    <a:ext uri="{9D8B030D-6E8A-4147-A177-3AD203B41FA5}">
                      <a16:colId xmlns:a16="http://schemas.microsoft.com/office/drawing/2014/main" val="3287174760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4131916396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3114978992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1277709033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4226776688"/>
                    </a:ext>
                  </a:extLst>
                </a:gridCol>
                <a:gridCol w="1347537">
                  <a:extLst>
                    <a:ext uri="{9D8B030D-6E8A-4147-A177-3AD203B41FA5}">
                      <a16:colId xmlns:a16="http://schemas.microsoft.com/office/drawing/2014/main" val="3361273984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1766663119"/>
                    </a:ext>
                  </a:extLst>
                </a:gridCol>
                <a:gridCol w="1251284">
                  <a:extLst>
                    <a:ext uri="{9D8B030D-6E8A-4147-A177-3AD203B41FA5}">
                      <a16:colId xmlns:a16="http://schemas.microsoft.com/office/drawing/2014/main" val="243248847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1200" dirty="0"/>
                        <a:t>Biometric Identifier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Universality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Distinctiveness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Permanence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Collectability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Performance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Acceptability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Circumvention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2721292869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DNA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823032476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Ear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4169866347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Face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3229010545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Thermogram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56659766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Fingerprint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3189379983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Hand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180880944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Vein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3087775100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Iris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3384127123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Odor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1445586544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Palmprint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3811815776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Retina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1932886309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Gait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663454461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Keystroke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3456610311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Signature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673961534"/>
                  </a:ext>
                </a:extLst>
              </a:tr>
              <a:tr h="395729">
                <a:tc>
                  <a:txBody>
                    <a:bodyPr/>
                    <a:lstStyle/>
                    <a:p>
                      <a:r>
                        <a:rPr lang="en-US" sz="2000" dirty="0"/>
                        <a:t>Voice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 marL="115503" marR="11550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</a:t>
                      </a:r>
                    </a:p>
                  </a:txBody>
                  <a:tcPr marL="115503" marR="115503" anchor="ctr"/>
                </a:tc>
                <a:extLst>
                  <a:ext uri="{0D108BD9-81ED-4DB2-BD59-A6C34878D82A}">
                    <a16:rowId xmlns:a16="http://schemas.microsoft.com/office/drawing/2014/main" val="160510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036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9690"/>
            <a:ext cx="10972800" cy="639762"/>
          </a:xfrm>
        </p:spPr>
        <p:txBody>
          <a:bodyPr>
            <a:normAutofit/>
          </a:bodyPr>
          <a:lstStyle/>
          <a:p>
            <a:r>
              <a:rPr lang="en-US" dirty="0"/>
              <a:t>Biometric Selection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495668"/>
              </p:ext>
            </p:extLst>
          </p:nvPr>
        </p:nvGraphicFramePr>
        <p:xfrm>
          <a:off x="609600" y="1972475"/>
          <a:ext cx="109728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DNA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Fingerprint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Face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Universality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4051666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Distinctiveness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Permanence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Collectability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Performance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Acceptability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Circumvention 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058638" y="1038711"/>
            <a:ext cx="421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a biometric for entering a dining 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8638" y="5486401"/>
            <a:ext cx="4958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Should the characteristics be equally weighted?</a:t>
            </a:r>
          </a:p>
          <a:p>
            <a:r>
              <a:rPr lang="en-US" dirty="0"/>
              <a:t>What might be a scenario where DNA is preferred?</a:t>
            </a:r>
          </a:p>
        </p:txBody>
      </p:sp>
    </p:spTree>
    <p:extLst>
      <p:ext uri="{BB962C8B-B14F-4D97-AF65-F5344CB8AC3E}">
        <p14:creationId xmlns:p14="http://schemas.microsoft.com/office/powerpoint/2010/main" val="298789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Token Security</a:t>
            </a:r>
          </a:p>
          <a:p>
            <a:r>
              <a:rPr lang="en-US" sz="2400" i="1" dirty="0"/>
              <a:t>Token Characteristics</a:t>
            </a:r>
          </a:p>
          <a:p>
            <a:r>
              <a:rPr lang="en-US" sz="2400" i="1" dirty="0"/>
              <a:t>SAML</a:t>
            </a:r>
          </a:p>
          <a:p>
            <a:r>
              <a:rPr lang="en-US" sz="2400" i="1" dirty="0"/>
              <a:t>JWT</a:t>
            </a:r>
          </a:p>
          <a:p>
            <a:r>
              <a:rPr lang="en-US" sz="2400" i="1" dirty="0"/>
              <a:t>EMV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C0C1F8-A720-42FE-8499-FCB0AE424E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24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Format</a:t>
            </a:r>
          </a:p>
          <a:p>
            <a:pPr lvl="1"/>
            <a:r>
              <a:rPr lang="en-US" dirty="0"/>
              <a:t>Assertion (a.k.a. self contained)</a:t>
            </a:r>
          </a:p>
          <a:p>
            <a:pPr lvl="2"/>
            <a:r>
              <a:rPr lang="en-US" dirty="0"/>
              <a:t>Full record</a:t>
            </a:r>
          </a:p>
          <a:p>
            <a:pPr lvl="2"/>
            <a:r>
              <a:rPr lang="en-US" dirty="0"/>
              <a:t>Directly validated</a:t>
            </a:r>
          </a:p>
          <a:p>
            <a:pPr lvl="1"/>
            <a:r>
              <a:rPr lang="en-US" dirty="0"/>
              <a:t>Handle</a:t>
            </a:r>
          </a:p>
          <a:p>
            <a:pPr lvl="2"/>
            <a:r>
              <a:rPr lang="en-US" dirty="0"/>
              <a:t>Reference (pointer)</a:t>
            </a:r>
          </a:p>
          <a:p>
            <a:r>
              <a:rPr lang="en-US" dirty="0"/>
              <a:t>Access</a:t>
            </a:r>
          </a:p>
          <a:p>
            <a:pPr lvl="1"/>
            <a:r>
              <a:rPr lang="en-US" dirty="0"/>
              <a:t>Bearer</a:t>
            </a:r>
          </a:p>
          <a:p>
            <a:pPr lvl="2"/>
            <a:r>
              <a:rPr lang="en-US" dirty="0"/>
              <a:t>Can be used by anyone (think bearer bonds)</a:t>
            </a:r>
          </a:p>
          <a:p>
            <a:pPr lvl="1"/>
            <a:r>
              <a:rPr lang="en-US" dirty="0"/>
              <a:t>Proof</a:t>
            </a:r>
          </a:p>
          <a:p>
            <a:pPr lvl="2"/>
            <a:r>
              <a:rPr lang="en-US" dirty="0"/>
              <a:t>Specific to domain/client/server</a:t>
            </a:r>
          </a:p>
        </p:txBody>
      </p:sp>
    </p:spTree>
    <p:extLst>
      <p:ext uri="{BB962C8B-B14F-4D97-AF65-F5344CB8AC3E}">
        <p14:creationId xmlns:p14="http://schemas.microsoft.com/office/powerpoint/2010/main" val="2428833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Assertions (self-contained tokens)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Typically has</a:t>
            </a:r>
          </a:p>
          <a:p>
            <a:pPr lvl="1"/>
            <a:r>
              <a:rPr lang="en-US" dirty="0"/>
              <a:t>A duration</a:t>
            </a:r>
          </a:p>
          <a:p>
            <a:pPr lvl="1"/>
            <a:r>
              <a:rPr lang="en-US" dirty="0"/>
              <a:t>An audience, and is digitally signed containing information about the user and the client. </a:t>
            </a:r>
          </a:p>
          <a:p>
            <a:r>
              <a:rPr lang="en-US" dirty="0"/>
              <a:t>Examples formats</a:t>
            </a:r>
          </a:p>
          <a:p>
            <a:pPr lvl="1"/>
            <a:r>
              <a:rPr lang="en-US" dirty="0"/>
              <a:t>SAML assertions</a:t>
            </a:r>
          </a:p>
          <a:p>
            <a:pPr lvl="1"/>
            <a:r>
              <a:rPr lang="en-US" dirty="0"/>
              <a:t>Kerberos tickets</a:t>
            </a:r>
          </a:p>
          <a:p>
            <a:r>
              <a:rPr lang="en-US" dirty="0"/>
              <a:t>Typically can be independently validated.</a:t>
            </a:r>
          </a:p>
          <a:p>
            <a:pPr lvl="1"/>
            <a:r>
              <a:rPr lang="en-US" dirty="0"/>
              <a:t>This results in better performance and scalability in deployment where issuing and consuming entity reside on different systems.</a:t>
            </a:r>
          </a:p>
          <a:p>
            <a:r>
              <a:rPr lang="en-US" dirty="0"/>
              <a:t>Implementing token revocation is more difficult with assertions than with handles.</a:t>
            </a:r>
          </a:p>
        </p:txBody>
      </p:sp>
    </p:spTree>
    <p:extLst>
      <p:ext uri="{BB962C8B-B14F-4D97-AF65-F5344CB8AC3E}">
        <p14:creationId xmlns:p14="http://schemas.microsoft.com/office/powerpoint/2010/main" val="519831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reference to some internally maintained data structure</a:t>
            </a:r>
          </a:p>
          <a:p>
            <a:r>
              <a:rPr lang="en-US" dirty="0"/>
              <a:t>May contain some attributes (user id, scope, ...)</a:t>
            </a:r>
          </a:p>
          <a:p>
            <a:r>
              <a:rPr lang="en-US" dirty="0"/>
              <a:t>Enables simple revocation</a:t>
            </a:r>
          </a:p>
          <a:p>
            <a:r>
              <a:rPr lang="en-US" dirty="0"/>
              <a:t>Does not require cryptographic mechanisms</a:t>
            </a:r>
          </a:p>
          <a:p>
            <a:r>
              <a:rPr lang="en-US" dirty="0"/>
              <a:t>Require communication between issuing and consuming entity</a:t>
            </a:r>
          </a:p>
          <a:p>
            <a:pPr lvl="1"/>
            <a:r>
              <a:rPr lang="en-US" dirty="0"/>
              <a:t>In order to validate the token and obtain token-bound data</a:t>
            </a:r>
          </a:p>
          <a:p>
            <a:pPr lvl="1"/>
            <a:r>
              <a:rPr lang="en-US" dirty="0"/>
              <a:t>This communication might have an negative impact on performance and scalability</a:t>
            </a:r>
          </a:p>
          <a:p>
            <a:r>
              <a:rPr lang="en-US" dirty="0"/>
              <a:t>A 'handle' token is 'opaque’</a:t>
            </a:r>
          </a:p>
          <a:p>
            <a:pPr lvl="1"/>
            <a:r>
              <a:rPr lang="en-US" dirty="0"/>
              <a:t>as data is never exposed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709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Bearer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Mere possession is enough to use the token</a:t>
            </a:r>
          </a:p>
          <a:p>
            <a:r>
              <a:rPr lang="en-US" dirty="0"/>
              <a:t>Communication between end-points be secured to ensure that data is not disclosed</a:t>
            </a:r>
          </a:p>
          <a:p>
            <a:r>
              <a:rPr lang="en-US" dirty="0"/>
              <a:t>Convenient to client apps as it does not require the app to do anything to use them.</a:t>
            </a:r>
          </a:p>
          <a:p>
            <a:pPr lvl="1"/>
            <a:r>
              <a:rPr lang="en-US" dirty="0"/>
              <a:t>Such as a add proof of identity</a:t>
            </a:r>
          </a:p>
          <a:p>
            <a:r>
              <a:rPr lang="en-US" dirty="0"/>
              <a:t>Bearer tokens have similar characteristics to web single-sign-on (SSO) cookies used in browsers.</a:t>
            </a:r>
          </a:p>
        </p:txBody>
      </p:sp>
    </p:spTree>
    <p:extLst>
      <p:ext uri="{BB962C8B-B14F-4D97-AF65-F5344CB8AC3E}">
        <p14:creationId xmlns:p14="http://schemas.microsoft.com/office/powerpoint/2010/main" val="1988620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token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token that can only be used by a specific end-point (client or server)</a:t>
            </a:r>
          </a:p>
          <a:p>
            <a:r>
              <a:rPr lang="en-US" dirty="0"/>
              <a:t>Each use of the token, requires some action that proves that it is the authentic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Digitally signed MAC tokens</a:t>
            </a:r>
          </a:p>
          <a:p>
            <a:pPr lvl="1"/>
            <a:r>
              <a:rPr lang="en-US" dirty="0"/>
              <a:t>OAuth tokens</a:t>
            </a:r>
          </a:p>
        </p:txBody>
      </p:sp>
    </p:spTree>
    <p:extLst>
      <p:ext uri="{BB962C8B-B14F-4D97-AF65-F5344CB8AC3E}">
        <p14:creationId xmlns:p14="http://schemas.microsoft.com/office/powerpoint/2010/main" val="831351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 Protections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 and/or Encrypt</a:t>
            </a:r>
          </a:p>
          <a:p>
            <a:r>
              <a:rPr lang="en-US" dirty="0"/>
              <a:t>Expiration time</a:t>
            </a:r>
          </a:p>
          <a:p>
            <a:r>
              <a:rPr lang="en-US" dirty="0"/>
              <a:t>Limit type of usages</a:t>
            </a:r>
          </a:p>
          <a:p>
            <a:r>
              <a:rPr lang="en-US" dirty="0"/>
              <a:t>Limit number of usages (One time)</a:t>
            </a:r>
          </a:p>
          <a:p>
            <a:r>
              <a:rPr lang="en-US" dirty="0"/>
              <a:t>Bind token to a particular server (Audience)</a:t>
            </a:r>
          </a:p>
          <a:p>
            <a:r>
              <a:rPr lang="en-US" dirty="0"/>
              <a:t>Bind token to client id</a:t>
            </a:r>
          </a:p>
          <a:p>
            <a:r>
              <a:rPr lang="en-US" dirty="0"/>
              <a:t>RNG</a:t>
            </a:r>
          </a:p>
          <a:p>
            <a:r>
              <a:rPr lang="en-US" dirty="0"/>
              <a:t>Use standard formats (SAML)</a:t>
            </a:r>
          </a:p>
        </p:txBody>
      </p:sp>
    </p:spTree>
    <p:extLst>
      <p:ext uri="{BB962C8B-B14F-4D97-AF65-F5344CB8AC3E}">
        <p14:creationId xmlns:p14="http://schemas.microsoft.com/office/powerpoint/2010/main" val="2759963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Oath : Google Authenticator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Send the client a QR code</a:t>
            </a:r>
          </a:p>
          <a:p>
            <a:pPr lvl="1"/>
            <a:r>
              <a:rPr lang="en-US" dirty="0">
                <a:hlinkClick r:id="rId2"/>
              </a:rPr>
              <a:t>https://chart.googleapis.com/chart?chs=200x200&amp;chld=M|0&amp;cht=qr&amp;chl=otpauth://customerkey?secret=</a:t>
            </a:r>
            <a:r>
              <a:rPr lang="en-US" u="sng" dirty="0">
                <a:hlinkClick r:id="rId2"/>
              </a:rPr>
              <a:t>secret</a:t>
            </a:r>
            <a:r>
              <a:rPr lang="en-US" dirty="0"/>
              <a:t>;</a:t>
            </a:r>
          </a:p>
          <a:p>
            <a:r>
              <a:rPr lang="en-US" dirty="0"/>
              <a:t>Both server and client know secret and current time</a:t>
            </a:r>
          </a:p>
          <a:p>
            <a:r>
              <a:rPr lang="en-US" dirty="0"/>
              <a:t>Server maintains </a:t>
            </a:r>
            <a:r>
              <a:rPr lang="en-US" dirty="0" err="1"/>
              <a:t>customerkey</a:t>
            </a:r>
            <a:endParaRPr lang="en-US" dirty="0"/>
          </a:p>
          <a:p>
            <a:r>
              <a:rPr lang="en-US" dirty="0"/>
              <a:t>Example code</a:t>
            </a:r>
          </a:p>
          <a:p>
            <a:pPr lvl="1"/>
            <a:r>
              <a:rPr lang="en-US" dirty="0">
                <a:hlinkClick r:id="rId3"/>
              </a:rPr>
              <a:t>https://github.com/kengraf/TOTP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687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FIDO (Fast </a:t>
            </a:r>
            <a:r>
              <a:rPr lang="en-US" dirty="0" err="1"/>
              <a:t>IDentity</a:t>
            </a:r>
            <a:r>
              <a:rPr lang="en-US" dirty="0"/>
              <a:t> Online) Alliance</a:t>
            </a:r>
            <a:endParaRPr lang="en-US" dirty="0">
              <a:latin typeface="Calibri" charset="0"/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73" y="1051718"/>
            <a:ext cx="4861177" cy="4256553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118394"/>
            <a:ext cx="4861177" cy="40942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808FDC-9DB6-41BF-8BB2-FEC21CF5193E}"/>
              </a:ext>
            </a:extLst>
          </p:cNvPr>
          <p:cNvSpPr txBox="1"/>
          <p:nvPr/>
        </p:nvSpPr>
        <p:spPr>
          <a:xfrm>
            <a:off x="457200" y="6030816"/>
            <a:ext cx="108966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r>
              <a:rPr lang="en-US" sz="2400" dirty="0"/>
              <a:t>Chrome, Windows 10, Apple iTouch, et.al. </a:t>
            </a:r>
            <a:r>
              <a:rPr lang="en-US" sz="2400" dirty="0">
                <a:latin typeface="Calibri" charset="0"/>
                <a:hlinkClick r:id="rId4"/>
              </a:rPr>
              <a:t>https://fidoalliance.org/specifications/overview/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5703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very “simple” SAML assertion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58FC8-6BB5-4183-A2CF-339D4DEC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838200"/>
            <a:ext cx="96520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649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Canonicalization (C14N)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Means Standardization or Normalization</a:t>
            </a:r>
          </a:p>
          <a:p>
            <a:r>
              <a:rPr lang="en-US" dirty="0"/>
              <a:t>Very character matters to a hash</a:t>
            </a:r>
          </a:p>
          <a:p>
            <a:r>
              <a:rPr lang="en-US" dirty="0"/>
              <a:t>Schemas make this a very technical process</a:t>
            </a:r>
          </a:p>
          <a:p>
            <a:r>
              <a:rPr lang="en-US" dirty="0"/>
              <a:t>Do these XML strings have the same hash?</a:t>
            </a:r>
          </a:p>
          <a:p>
            <a:pPr lvl="1"/>
            <a:r>
              <a:rPr lang="en-US" dirty="0"/>
              <a:t>&lt;n1 name=‘blank’&gt;Data&lt;/n1&gt;	  &lt;n2&gt;	&lt;/n2&gt;</a:t>
            </a:r>
          </a:p>
          <a:p>
            <a:pPr lvl="1"/>
            <a:r>
              <a:rPr lang="en-US" dirty="0"/>
              <a:t>&lt;n1&gt;Data&lt;/n1&gt;&lt;n2/&gt;</a:t>
            </a:r>
          </a:p>
          <a:p>
            <a:pPr lvl="1"/>
            <a:r>
              <a:rPr lang="en-US" dirty="0"/>
              <a:t>&lt;n1&gt;Data&lt;/n1&gt;&lt;n2  type=“</a:t>
            </a:r>
            <a:r>
              <a:rPr lang="en-US" dirty="0" err="1"/>
              <a:t>xs:string</a:t>
            </a:r>
            <a:r>
              <a:rPr lang="en-US" dirty="0"/>
              <a:t>”/&gt;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277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Web Tokens (JWT)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Registered Claim Names</a:t>
            </a:r>
          </a:p>
          <a:p>
            <a:pPr lvl="1"/>
            <a:r>
              <a:rPr lang="en-US" dirty="0"/>
              <a:t>"iss" (Issuer) Claim</a:t>
            </a:r>
          </a:p>
          <a:p>
            <a:pPr lvl="1"/>
            <a:r>
              <a:rPr lang="en-US" dirty="0"/>
              <a:t>"sub" (Subject) Claim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aud</a:t>
            </a:r>
            <a:r>
              <a:rPr lang="en-US" dirty="0"/>
              <a:t>" (Audience) Claim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exp</a:t>
            </a:r>
            <a:r>
              <a:rPr lang="en-US" dirty="0"/>
              <a:t>" (Expiration Time) Claim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nbf</a:t>
            </a:r>
            <a:r>
              <a:rPr lang="en-US" dirty="0"/>
              <a:t>" (Not Before) Claim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iat</a:t>
            </a:r>
            <a:r>
              <a:rPr lang="en-US" dirty="0"/>
              <a:t>" (Issued At) Claim</a:t>
            </a:r>
          </a:p>
          <a:p>
            <a:pPr lvl="1"/>
            <a:r>
              <a:rPr lang="en-US" dirty="0"/>
              <a:t>"</a:t>
            </a:r>
            <a:r>
              <a:rPr lang="en-US" dirty="0" err="1"/>
              <a:t>jti</a:t>
            </a:r>
            <a:r>
              <a:rPr lang="en-US" dirty="0"/>
              <a:t>" (JWT ID) Claim</a:t>
            </a:r>
          </a:p>
          <a:p>
            <a:pPr lvl="1"/>
            <a:r>
              <a:rPr lang="en-US" dirty="0"/>
              <a:t>Public Claim Names</a:t>
            </a:r>
          </a:p>
          <a:p>
            <a:pPr lvl="2"/>
            <a:r>
              <a:rPr lang="en-US" dirty="0"/>
              <a:t>IANA registered</a:t>
            </a:r>
          </a:p>
          <a:p>
            <a:pPr lvl="1"/>
            <a:r>
              <a:rPr lang="en-US" dirty="0"/>
              <a:t>Private Claim Names</a:t>
            </a:r>
          </a:p>
          <a:p>
            <a:pPr lvl="2"/>
            <a:r>
              <a:rPr lang="en-US" dirty="0"/>
              <a:t>A producer and consumer of a JWT MAY agree to use Claim Names that are Private Names</a:t>
            </a:r>
          </a:p>
        </p:txBody>
      </p:sp>
    </p:spTree>
    <p:extLst>
      <p:ext uri="{BB962C8B-B14F-4D97-AF65-F5344CB8AC3E}">
        <p14:creationId xmlns:p14="http://schemas.microsoft.com/office/powerpoint/2010/main" val="4132606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example from Wikipedia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14400"/>
            <a:ext cx="9107465" cy="5549494"/>
          </a:xfrm>
        </p:spPr>
      </p:pic>
      <p:sp>
        <p:nvSpPr>
          <p:cNvPr id="5" name="Right Brace 4"/>
          <p:cNvSpPr/>
          <p:nvPr/>
        </p:nvSpPr>
        <p:spPr>
          <a:xfrm rot="5400000">
            <a:off x="2781300" y="4457700"/>
            <a:ext cx="304800" cy="2362200"/>
          </a:xfrm>
          <a:prstGeom prst="rightBrace">
            <a:avLst>
              <a:gd name="adj1" fmla="val 103572"/>
              <a:gd name="adj2" fmla="val 48941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 rot="5400000">
            <a:off x="5753100" y="3924300"/>
            <a:ext cx="304800" cy="3429000"/>
          </a:xfrm>
          <a:prstGeom prst="rightBrace">
            <a:avLst>
              <a:gd name="adj1" fmla="val 103572"/>
              <a:gd name="adj2" fmla="val 48941"/>
            </a:avLst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 rot="5400000">
            <a:off x="8953500" y="4229100"/>
            <a:ext cx="304800" cy="2819400"/>
          </a:xfrm>
          <a:prstGeom prst="rightBrace">
            <a:avLst>
              <a:gd name="adj1" fmla="val 103572"/>
              <a:gd name="adj2" fmla="val 48941"/>
            </a:avLst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8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Plain, Signed, Encrypted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JWT</a:t>
            </a:r>
          </a:p>
          <a:p>
            <a:pPr lvl="1"/>
            <a:r>
              <a:rPr lang="en-US" dirty="0"/>
              <a:t>The starting point, or payload for JWS, JWE</a:t>
            </a:r>
          </a:p>
          <a:p>
            <a:r>
              <a:rPr lang="en-US" dirty="0"/>
              <a:t>JWS</a:t>
            </a:r>
          </a:p>
          <a:p>
            <a:pPr lvl="1"/>
            <a:r>
              <a:rPr lang="en-GB" dirty="0"/>
              <a:t>A proof that the payload hasn't changed</a:t>
            </a:r>
          </a:p>
          <a:p>
            <a:r>
              <a:rPr lang="en-US" dirty="0"/>
              <a:t>JWE</a:t>
            </a:r>
          </a:p>
          <a:p>
            <a:pPr lvl="1"/>
            <a:r>
              <a:rPr lang="en-US" dirty="0"/>
              <a:t>Make the payload secret</a:t>
            </a:r>
          </a:p>
        </p:txBody>
      </p:sp>
    </p:spTree>
    <p:extLst>
      <p:ext uri="{BB962C8B-B14F-4D97-AF65-F5344CB8AC3E}">
        <p14:creationId xmlns:p14="http://schemas.microsoft.com/office/powerpoint/2010/main" val="916266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technical enabler for cloud based identity is OAuth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1"/>
            <a:ext cx="8482975" cy="4754563"/>
          </a:xfrm>
        </p:spPr>
        <p:txBody>
          <a:bodyPr>
            <a:normAutofit/>
          </a:bodyPr>
          <a:lstStyle/>
          <a:p>
            <a:r>
              <a:rPr lang="en-US" dirty="0"/>
              <a:t>Actively deployed by Google, Facebook, Twitter and others since 2006</a:t>
            </a:r>
          </a:p>
          <a:p>
            <a:r>
              <a:rPr lang="en-US" dirty="0"/>
              <a:t>OAuth 2.0 focuses on </a:t>
            </a:r>
            <a:r>
              <a:rPr lang="en-US" dirty="0">
                <a:solidFill>
                  <a:srgbClr val="FF0000"/>
                </a:solidFill>
              </a:rPr>
              <a:t>client developer simplicity </a:t>
            </a:r>
            <a:r>
              <a:rPr lang="en-US" dirty="0"/>
              <a:t>while providing specific authorization flows for web applications, desktop applications, mobile phones, and living room devices. </a:t>
            </a:r>
          </a:p>
          <a:p>
            <a:r>
              <a:rPr lang="en-US" dirty="0"/>
              <a:t>It specifies a process for </a:t>
            </a:r>
            <a:r>
              <a:rPr lang="en-US" dirty="0">
                <a:solidFill>
                  <a:srgbClr val="FF0000"/>
                </a:solidFill>
              </a:rPr>
              <a:t>resource owners </a:t>
            </a:r>
            <a:r>
              <a:rPr lang="en-US" dirty="0"/>
              <a:t>to authorize third-party access to their server resources </a:t>
            </a:r>
            <a:r>
              <a:rPr lang="en-US" dirty="0">
                <a:solidFill>
                  <a:srgbClr val="FF0000"/>
                </a:solidFill>
              </a:rPr>
              <a:t>without sharing their credentials</a:t>
            </a:r>
            <a:r>
              <a:rPr lang="en-US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1447800"/>
            <a:ext cx="748769" cy="745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18435" y="2229931"/>
            <a:ext cx="10382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IETF Standard</a:t>
            </a:r>
          </a:p>
          <a:p>
            <a:pPr algn="ctr"/>
            <a:r>
              <a:rPr lang="en-US" sz="1200" dirty="0"/>
              <a:t>RFC 6749</a:t>
            </a:r>
          </a:p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088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OAuth 2  - </a:t>
            </a:r>
            <a:r>
              <a:rPr lang="en-US" dirty="0">
                <a:latin typeface="Calibri" charset="0"/>
                <a:hlinkClick r:id="rId3"/>
              </a:rPr>
              <a:t>http://oauthbible.com/</a:t>
            </a:r>
            <a:r>
              <a:rPr lang="en-US" dirty="0">
                <a:latin typeface="Calibri" charset="0"/>
              </a:rPr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321269" y="1066800"/>
            <a:ext cx="7346510" cy="5516561"/>
          </a:xfrm>
        </p:spPr>
      </p:pic>
    </p:spTree>
    <p:extLst>
      <p:ext uri="{BB962C8B-B14F-4D97-AF65-F5344CB8AC3E}">
        <p14:creationId xmlns:p14="http://schemas.microsoft.com/office/powerpoint/2010/main" val="1270364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trbimg.com/img-52d5af84/turbine/la-dd-please-dont-bring-your-crying-baby-to-my-restaurant-201401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729" y="3992425"/>
            <a:ext cx="3285882" cy="233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mrsratfirelosesweight.files.wordpress.com/2014/08/142a2327-d370-4c46-a2c4-2181b0f65205.jpg?w=8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541" y="3990410"/>
            <a:ext cx="2054087" cy="233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717" y="3992426"/>
            <a:ext cx="3127387" cy="233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52600" y="1143001"/>
            <a:ext cx="8839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More complex message flows compared to passwords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Must manage additional registration, grant and revocation processes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Confusion due to multiple token &amp; credential patterns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Crypto and metadata registration required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Need to expose a unique URL for every resource</a:t>
            </a:r>
            <a:endParaRPr lang="en-US" sz="1400" b="1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Developers : </a:t>
            </a:r>
            <a:r>
              <a:rPr lang="en-US" i="1" dirty="0">
                <a:solidFill>
                  <a:srgbClr val="FF0000"/>
                </a:solidFill>
              </a:rPr>
              <a:t>“But I hate OAuth !”</a:t>
            </a:r>
          </a:p>
        </p:txBody>
      </p:sp>
    </p:spTree>
    <p:extLst>
      <p:ext uri="{BB962C8B-B14F-4D97-AF65-F5344CB8AC3E}">
        <p14:creationId xmlns:p14="http://schemas.microsoft.com/office/powerpoint/2010/main" val="279509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why suffer the pain?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Empower the customer</a:t>
            </a:r>
          </a:p>
          <a:p>
            <a:pPr lvl="1"/>
            <a:r>
              <a:rPr lang="en-US" dirty="0"/>
              <a:t>Let the customer, partner or employee determine the type access allowed to their data</a:t>
            </a:r>
          </a:p>
          <a:p>
            <a:pPr lvl="1"/>
            <a:r>
              <a:rPr lang="en-US" dirty="0"/>
              <a:t>Embrace the notion of devices “clients” initiating actions for customers “resource owners”</a:t>
            </a:r>
          </a:p>
          <a:p>
            <a:pPr lvl="1"/>
            <a:r>
              <a:rPr lang="en-US" dirty="0"/>
              <a:t> Alerts and notifications may happen when a customer is not present or willing to authenticate</a:t>
            </a:r>
          </a:p>
          <a:p>
            <a:r>
              <a:rPr lang="en-US" dirty="0"/>
              <a:t>Access tokens</a:t>
            </a:r>
          </a:p>
          <a:p>
            <a:pPr lvl="1"/>
            <a:r>
              <a:rPr lang="en-US" dirty="0"/>
              <a:t>Cryptographically stronger than passwords</a:t>
            </a:r>
          </a:p>
          <a:p>
            <a:pPr lvl="1"/>
            <a:r>
              <a:rPr lang="en-US" dirty="0"/>
              <a:t>Stateless; no session management or artifact resolution</a:t>
            </a:r>
          </a:p>
          <a:p>
            <a:pPr lvl="1"/>
            <a:r>
              <a:rPr lang="en-US" dirty="0"/>
              <a:t>No PKI (beyond TLS)</a:t>
            </a:r>
          </a:p>
          <a:p>
            <a:r>
              <a:rPr lang="en-US" dirty="0"/>
              <a:t>No prescribed authentication process</a:t>
            </a:r>
          </a:p>
          <a:p>
            <a:pPr lvl="1"/>
            <a:r>
              <a:rPr lang="en-US" dirty="0"/>
              <a:t>No centralized authorities, services or gateways required</a:t>
            </a:r>
          </a:p>
          <a:p>
            <a:r>
              <a:rPr lang="en-US" dirty="0"/>
              <a:t>Numerous lightweight implementations to choose from</a:t>
            </a:r>
          </a:p>
          <a:p>
            <a:pPr lvl="1"/>
            <a:r>
              <a:rPr lang="en-US" dirty="0"/>
              <a:t>Java, </a:t>
            </a:r>
            <a:r>
              <a:rPr lang="en-US" dirty="0" err="1"/>
              <a:t>.Net</a:t>
            </a:r>
            <a:r>
              <a:rPr lang="en-US" dirty="0"/>
              <a:t>, Python, Ruby, PHP</a:t>
            </a:r>
          </a:p>
          <a:p>
            <a:pPr lvl="1"/>
            <a:r>
              <a:rPr lang="en-US" dirty="0"/>
              <a:t>Designed for browser, mobile, cloud and micro-service deployments</a:t>
            </a:r>
          </a:p>
        </p:txBody>
      </p:sp>
    </p:spTree>
    <p:extLst>
      <p:ext uri="{BB962C8B-B14F-4D97-AF65-F5344CB8AC3E}">
        <p14:creationId xmlns:p14="http://schemas.microsoft.com/office/powerpoint/2010/main" val="405491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Authentication</a:t>
            </a:r>
            <a:endParaRPr lang="en-US" sz="2400" dirty="0"/>
          </a:p>
          <a:p>
            <a:r>
              <a:rPr lang="en-US" sz="2400" dirty="0"/>
              <a:t>Trust models (Kerberos, Shibboleth, OpenID)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94178B-61B4-443B-A4AC-C04C27F29E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77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trusted?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Kerberos</a:t>
            </a:r>
          </a:p>
          <a:p>
            <a:pPr lvl="1"/>
            <a:r>
              <a:rPr lang="en-US" dirty="0"/>
              <a:t>Everything trusts the KDC</a:t>
            </a:r>
          </a:p>
          <a:p>
            <a:r>
              <a:rPr lang="en-US" dirty="0"/>
              <a:t>SAML/Shibboleth</a:t>
            </a:r>
          </a:p>
          <a:p>
            <a:pPr lvl="1"/>
            <a:r>
              <a:rPr lang="en-US" dirty="0"/>
              <a:t>Servers trust identity providers (</a:t>
            </a:r>
            <a:r>
              <a:rPr lang="en-US" dirty="0" err="1"/>
              <a:t>IdP</a:t>
            </a:r>
            <a:r>
              <a:rPr lang="en-US" dirty="0"/>
              <a:t>) not users</a:t>
            </a:r>
          </a:p>
          <a:p>
            <a:r>
              <a:rPr lang="en-US" dirty="0"/>
              <a:t>OAuth/</a:t>
            </a:r>
            <a:r>
              <a:rPr lang="en-US" dirty="0" err="1"/>
              <a:t>OpenId</a:t>
            </a:r>
            <a:r>
              <a:rPr lang="en-US" dirty="0"/>
              <a:t> Connect</a:t>
            </a:r>
          </a:p>
          <a:p>
            <a:pPr lvl="1"/>
            <a:r>
              <a:rPr lang="en-US" dirty="0"/>
              <a:t>Users trust resource servers</a:t>
            </a:r>
          </a:p>
          <a:p>
            <a:pPr lvl="1"/>
            <a:r>
              <a:rPr lang="en-US" dirty="0"/>
              <a:t>Resource servers trust the user’s delegation to a client</a:t>
            </a:r>
          </a:p>
        </p:txBody>
      </p:sp>
    </p:spTree>
    <p:extLst>
      <p:ext uri="{BB962C8B-B14F-4D97-AF65-F5344CB8AC3E}">
        <p14:creationId xmlns:p14="http://schemas.microsoft.com/office/powerpoint/2010/main" val="3123616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16F5-123D-418C-A84A-C218ECEC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2" name="Picture 4" descr="http://www.ericom.com/imgs/diagrams/kerbero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92" y="910008"/>
            <a:ext cx="9584908" cy="571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1067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Central server is a single point of failure</a:t>
            </a:r>
          </a:p>
          <a:p>
            <a:r>
              <a:rPr lang="en-GB" dirty="0"/>
              <a:t>Compromise of the KDC will allow an attacker to impersonate any user.</a:t>
            </a:r>
          </a:p>
          <a:p>
            <a:r>
              <a:rPr lang="en-GB" dirty="0"/>
              <a:t>Each service requires its own set of Kerberos keys.</a:t>
            </a:r>
          </a:p>
          <a:p>
            <a:r>
              <a:rPr lang="en-GB" dirty="0" err="1"/>
              <a:t>KThe</a:t>
            </a:r>
            <a:r>
              <a:rPr lang="en-GB" dirty="0"/>
              <a:t> administration protocol is not standardized</a:t>
            </a:r>
          </a:p>
          <a:p>
            <a:r>
              <a:rPr lang="en-GB" dirty="0" err="1"/>
              <a:t>erberos</a:t>
            </a:r>
            <a:r>
              <a:rPr lang="en-GB" dirty="0"/>
              <a:t> requires all accounts, clients and services to be in the same domain, or that the domains have a trust relationship</a:t>
            </a:r>
          </a:p>
          <a:p>
            <a:r>
              <a:rPr lang="en-GB" dirty="0"/>
              <a:t>Kerberos cannot be used in scenarios where users want to connect to services from unknown/untrusted clients as in a typical Internet or cloud computer scenario</a:t>
            </a:r>
          </a:p>
          <a:p>
            <a:r>
              <a:rPr lang="en-GB" dirty="0"/>
              <a:t>The required client trust makes creating staged environments (dev, test, prod) difficult</a:t>
            </a:r>
          </a:p>
        </p:txBody>
      </p:sp>
    </p:spTree>
    <p:extLst>
      <p:ext uri="{BB962C8B-B14F-4D97-AF65-F5344CB8AC3E}">
        <p14:creationId xmlns:p14="http://schemas.microsoft.com/office/powerpoint/2010/main" val="39575260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SAML (Shibboleth) </a:t>
            </a:r>
            <a:r>
              <a:rPr lang="en-US" dirty="0"/>
              <a:t>request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02114-52B3-402E-A98E-4FB933FFA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The whole login proced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230" y="966102"/>
            <a:ext cx="8643771" cy="604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304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SAML Limitations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XML can be greater than 10K bytes</a:t>
            </a:r>
          </a:p>
          <a:p>
            <a:pPr lvl="1"/>
            <a:r>
              <a:rPr lang="en-US" dirty="0"/>
              <a:t>Too large for URL or HTTP headers in most browsers</a:t>
            </a:r>
          </a:p>
          <a:p>
            <a:r>
              <a:rPr lang="en-US" dirty="0"/>
              <a:t>Runtimes required for parsing and canonicalization (not mobile friendly)</a:t>
            </a:r>
          </a:p>
          <a:p>
            <a:r>
              <a:rPr lang="en-US" dirty="0"/>
              <a:t>Certificate chain validation often requires a service call</a:t>
            </a:r>
          </a:p>
        </p:txBody>
      </p:sp>
    </p:spTree>
    <p:extLst>
      <p:ext uri="{BB962C8B-B14F-4D97-AF65-F5344CB8AC3E}">
        <p14:creationId xmlns:p14="http://schemas.microsoft.com/office/powerpoint/2010/main" val="3600338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OpenID : Your identity is the resource being requested</a:t>
            </a:r>
            <a:r>
              <a:rPr lang="en-US" dirty="0">
                <a:latin typeface="Calibri" charset="0"/>
              </a:rPr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1269" y="1066800"/>
            <a:ext cx="7346510" cy="5516561"/>
          </a:xfrm>
        </p:spPr>
      </p:pic>
    </p:spTree>
    <p:extLst>
      <p:ext uri="{BB962C8B-B14F-4D97-AF65-F5344CB8AC3E}">
        <p14:creationId xmlns:p14="http://schemas.microsoft.com/office/powerpoint/2010/main" val="167136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EDEE-93DD-4365-B3A7-7B7161508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User Managed Access (UMA)</a:t>
            </a:r>
            <a:endParaRPr lang="en-US" dirty="0"/>
          </a:p>
        </p:txBody>
      </p:sp>
      <p:pic>
        <p:nvPicPr>
          <p:cNvPr id="4" name="Picture 4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8977F0B0-F56E-47A4-98CB-5E97899A1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5073" y="1371600"/>
            <a:ext cx="6561853" cy="4754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F8C744-7AD0-416A-BBA4-26B015AE45E2}"/>
              </a:ext>
            </a:extLst>
          </p:cNvPr>
          <p:cNvSpPr txBox="1"/>
          <p:nvPr/>
        </p:nvSpPr>
        <p:spPr>
          <a:xfrm>
            <a:off x="2833255" y="6421583"/>
            <a:ext cx="7813962" cy="461665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hlinkClick r:id="rId3"/>
              </a:rPr>
              <a:t>https://en.wikipedia.org/wiki/User-Managed_Access</a:t>
            </a:r>
            <a:r>
              <a:rPr lang="en-US" sz="2400" dirty="0"/>
              <a:t> </a:t>
            </a:r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57265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6BC2-75DB-4A67-8864-B36112875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Trust models - Summary</a:t>
            </a:r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0694FC4-8621-4FA5-BE1F-DA337F6A4B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302234"/>
              </p:ext>
            </p:extLst>
          </p:nvPr>
        </p:nvGraphicFramePr>
        <p:xfrm>
          <a:off x="609600" y="1371600"/>
          <a:ext cx="10972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88292447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5939816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302126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66246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Implementation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Authentication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Authorization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Deployment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3625032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Kerberos/RADIUS</a:t>
                      </a:r>
                    </a:p>
                  </a:txBody>
                  <a:tcPr marL="121920" marR="12192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 Integrated</a:t>
                      </a:r>
                    </a:p>
                  </a:txBody>
                  <a:tcPr marL="121920" marR="1219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Workgroups/Domains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286160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SAML/Shibboleth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External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Federations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516942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OAuth/OpenID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External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Delegated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 apps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77085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UMA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Delegated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Delegated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3807950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7279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Authorization</a:t>
            </a:r>
          </a:p>
          <a:p>
            <a:r>
              <a:rPr lang="en-US" sz="2400" dirty="0"/>
              <a:t>Access Control</a:t>
            </a:r>
          </a:p>
          <a:p>
            <a:r>
              <a:rPr lang="en-US" sz="2400" dirty="0"/>
              <a:t>Lists, Trees, Graphs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11F4DF-029D-4282-B77B-BC5F76725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3518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B219-D7D8-4921-B241-4E34C842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principles of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F784-DC75-4268-8D25-BD338C21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Least privilege</a:t>
            </a:r>
          </a:p>
          <a:p>
            <a:pPr lvl="1"/>
            <a:r>
              <a:rPr lang="en-US" dirty="0"/>
              <a:t>The principle by which members of the organization can access the minimum amount of information for the minimum amount of time necessary to perform their required duties</a:t>
            </a:r>
          </a:p>
          <a:p>
            <a:r>
              <a:rPr lang="en-US" dirty="0"/>
              <a:t>Need to Know</a:t>
            </a:r>
          </a:p>
          <a:p>
            <a:pPr lvl="1"/>
            <a:r>
              <a:rPr lang="en-US" dirty="0"/>
              <a:t>Limits a user’s access to the specific information required to perform the currently assigned task, and not merely to the category of data required for a general work function</a:t>
            </a:r>
          </a:p>
          <a:p>
            <a:r>
              <a:rPr lang="en-US" dirty="0"/>
              <a:t>Separation of Duties</a:t>
            </a:r>
          </a:p>
          <a:p>
            <a:pPr lvl="1"/>
            <a:r>
              <a:rPr lang="en-US" dirty="0"/>
              <a:t>A control requiring that significant tasks be split up in such a way that more than one individual is responsible for their completion</a:t>
            </a:r>
          </a:p>
        </p:txBody>
      </p:sp>
    </p:spTree>
    <p:extLst>
      <p:ext uri="{BB962C8B-B14F-4D97-AF65-F5344CB8AC3E}">
        <p14:creationId xmlns:p14="http://schemas.microsoft.com/office/powerpoint/2010/main" val="2097542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7ED3-420B-458C-9B02-CA74C6236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Mandatory Access Control (MAC)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614D9-42D9-44D2-8669-3CFDE073B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and coordinated within a data classification scheme that rates each collection of information as well as each user</a:t>
            </a:r>
          </a:p>
          <a:p>
            <a:r>
              <a:rPr lang="en-US" dirty="0"/>
              <a:t>These ratings are often referred to as sensitivity levels</a:t>
            </a:r>
          </a:p>
          <a:p>
            <a:r>
              <a:rPr lang="en-US" dirty="0"/>
              <a:t>When MACs are implemented, users and data owners have limited control over access to information resources</a:t>
            </a:r>
          </a:p>
        </p:txBody>
      </p:sp>
    </p:spTree>
    <p:extLst>
      <p:ext uri="{BB962C8B-B14F-4D97-AF65-F5344CB8AC3E}">
        <p14:creationId xmlns:p14="http://schemas.microsoft.com/office/powerpoint/2010/main" val="595763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Discretionary Access Control (DAC)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Discretionary Access Controls (DACs)</a:t>
            </a:r>
          </a:p>
          <a:p>
            <a:pPr lvl="1"/>
            <a:r>
              <a:rPr lang="en-US" dirty="0"/>
              <a:t>Implemented at the option of the data user</a:t>
            </a:r>
          </a:p>
          <a:p>
            <a:pPr lvl="1"/>
            <a:r>
              <a:rPr lang="en-US" dirty="0"/>
              <a:t>Users can allow general, unrestricted access, or they can allow specific individuals or sets of individuals to access the resources</a:t>
            </a:r>
          </a:p>
          <a:p>
            <a:pPr lvl="1"/>
            <a:r>
              <a:rPr lang="en-US" dirty="0"/>
              <a:t>Most personal computer operating systems are designed based on the DAC model</a:t>
            </a:r>
          </a:p>
          <a:p>
            <a:pPr lvl="1"/>
            <a:r>
              <a:rPr lang="en-US" dirty="0"/>
              <a:t>One discretionary model is rule-based access controls where access is granted based on a set of rules specified by the central authority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057400" y="609350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99986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632F-CC9A-400F-97AC-18494167E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 requires Multilevel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68CC-2E5B-4C3F-A032-F5878A7BE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Goals</a:t>
            </a:r>
          </a:p>
          <a:p>
            <a:pPr lvl="1"/>
            <a:r>
              <a:rPr lang="en-US" dirty="0"/>
              <a:t>Process information with incompatible classifications </a:t>
            </a:r>
          </a:p>
          <a:p>
            <a:pPr lvl="1"/>
            <a:r>
              <a:rPr lang="en-US" dirty="0"/>
              <a:t>Permit different security clearance and need-to-know</a:t>
            </a:r>
          </a:p>
          <a:p>
            <a:r>
              <a:rPr lang="en-US" dirty="0"/>
              <a:t>One system to prevent subversion and separate domains</a:t>
            </a:r>
          </a:p>
          <a:p>
            <a:r>
              <a:rPr lang="en-US" dirty="0"/>
              <a:t>Second system to enforce DAC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SIPRNet *.sgov.gov and *.smil.mil</a:t>
            </a:r>
          </a:p>
          <a:p>
            <a:pPr lvl="1"/>
            <a:r>
              <a:rPr lang="en-US" dirty="0" err="1"/>
              <a:t>NIPRNet</a:t>
            </a:r>
            <a:r>
              <a:rPr lang="en-US" dirty="0"/>
              <a:t> *.gov and *.mil</a:t>
            </a:r>
          </a:p>
        </p:txBody>
      </p:sp>
    </p:spTree>
    <p:extLst>
      <p:ext uri="{BB962C8B-B14F-4D97-AF65-F5344CB8AC3E}">
        <p14:creationId xmlns:p14="http://schemas.microsoft.com/office/powerpoint/2010/main" val="2062706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and LDAP are popular options</a:t>
            </a:r>
          </a:p>
          <a:p>
            <a:r>
              <a:rPr lang="en-US" dirty="0"/>
              <a:t>Access Control for user “Records”</a:t>
            </a:r>
          </a:p>
          <a:p>
            <a:r>
              <a:rPr lang="en-US" dirty="0"/>
              <a:t>Applications use user’s credentials</a:t>
            </a:r>
          </a:p>
          <a:p>
            <a:pPr lvl="1"/>
            <a:r>
              <a:rPr lang="en-US" dirty="0"/>
              <a:t>SQL SELECT * FROM users WHERE …</a:t>
            </a:r>
          </a:p>
          <a:p>
            <a:pPr lvl="1"/>
            <a:r>
              <a:rPr lang="en-US" dirty="0"/>
              <a:t>Bind to user’s DN</a:t>
            </a:r>
          </a:p>
          <a:p>
            <a:r>
              <a:rPr lang="en-US" dirty="0"/>
              <a:t>Approach is well known</a:t>
            </a:r>
          </a:p>
          <a:p>
            <a:r>
              <a:rPr lang="en-US" dirty="0"/>
              <a:t>Implementations often take shortcuts</a:t>
            </a:r>
          </a:p>
        </p:txBody>
      </p:sp>
    </p:spTree>
    <p:extLst>
      <p:ext uri="{BB962C8B-B14F-4D97-AF65-F5344CB8AC3E}">
        <p14:creationId xmlns:p14="http://schemas.microsoft.com/office/powerpoint/2010/main" val="29964714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Base Access Control (RBAC)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requester’s role or function will determine whether access will be granted or denied.</a:t>
            </a:r>
          </a:p>
          <a:p>
            <a:r>
              <a:rPr lang="en-GB" dirty="0"/>
              <a:t>RBAC allows for the grouping of individuals into categories of people</a:t>
            </a:r>
          </a:p>
          <a:p>
            <a:r>
              <a:rPr lang="en-GB" dirty="0"/>
              <a:t>Used to control large number of users and/or resources.</a:t>
            </a:r>
          </a:p>
          <a:p>
            <a:r>
              <a:rPr lang="en-GB" dirty="0"/>
              <a:t>Allows for separation of Duties</a:t>
            </a:r>
          </a:p>
          <a:p>
            <a:r>
              <a:rPr lang="en-GB" dirty="0"/>
              <a:t>Over provisioning of access over time is an issue</a:t>
            </a:r>
          </a:p>
          <a:p>
            <a:r>
              <a:rPr lang="en-GB" dirty="0"/>
              <a:t>Can enforce either MAC or DAC frameworks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141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DF05-E7AE-4497-989E-35624CE1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197AC-02F9-4415-AB26-0370CD94E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Deter – incident warning</a:t>
            </a:r>
          </a:p>
          <a:p>
            <a:r>
              <a:rPr lang="en-US"/>
              <a:t>Preventative – avoid an incident</a:t>
            </a:r>
            <a:endParaRPr lang="en-US">
              <a:cs typeface="Calibri"/>
            </a:endParaRPr>
          </a:p>
          <a:p>
            <a:r>
              <a:rPr lang="en-US"/>
              <a:t>Detective – identify incident</a:t>
            </a:r>
            <a:endParaRPr lang="en-US">
              <a:cs typeface="Calibri"/>
            </a:endParaRPr>
          </a:p>
          <a:p>
            <a:r>
              <a:rPr lang="en-US" dirty="0"/>
              <a:t>Corrective – mitigate damage done</a:t>
            </a:r>
          </a:p>
          <a:p>
            <a:r>
              <a:rPr lang="en-US" dirty="0"/>
              <a:t>Recovery – restore operation</a:t>
            </a:r>
          </a:p>
          <a:p>
            <a:r>
              <a:rPr lang="en-US" dirty="0"/>
              <a:t>Compensating – cover up shortcomings</a:t>
            </a:r>
          </a:p>
        </p:txBody>
      </p:sp>
    </p:spTree>
    <p:extLst>
      <p:ext uri="{BB962C8B-B14F-4D97-AF65-F5344CB8AC3E}">
        <p14:creationId xmlns:p14="http://schemas.microsoft.com/office/powerpoint/2010/main" val="8839733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Control Lists (ACL)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GB" dirty="0"/>
              <a:t>Are the oldest and most basic form of access control.</a:t>
            </a:r>
          </a:p>
          <a:p>
            <a:r>
              <a:rPr lang="en-GB" dirty="0"/>
              <a:t>Created to limit access to files and data on shared systems</a:t>
            </a:r>
          </a:p>
          <a:p>
            <a:r>
              <a:rPr lang="en-GB" dirty="0"/>
              <a:t>Each resource on a system has its own associated list of mappings</a:t>
            </a:r>
          </a:p>
          <a:p>
            <a:pPr lvl="1"/>
            <a:r>
              <a:rPr lang="en-GB" dirty="0"/>
              <a:t>Resource:  The object to be protected</a:t>
            </a:r>
          </a:p>
          <a:p>
            <a:pPr lvl="1"/>
            <a:r>
              <a:rPr lang="en-GB" dirty="0"/>
              <a:t>Entity: The user or service requesting access</a:t>
            </a:r>
          </a:p>
          <a:p>
            <a:pPr lvl="1"/>
            <a:r>
              <a:rPr lang="en-GB"/>
              <a:t>Action: Create, Read, Update, Delete (CRUD), Execute</a:t>
            </a:r>
            <a:endParaRPr lang="en-GB">
              <a:cs typeface="Calibri"/>
            </a:endParaRPr>
          </a:p>
          <a:p>
            <a:r>
              <a:rPr lang="en-GB" dirty="0"/>
              <a:t>Can be applied to groups (resources and/or entities)</a:t>
            </a:r>
            <a:endParaRPr lang="en-GB" dirty="0">
              <a:cs typeface="Calibri"/>
            </a:endParaRPr>
          </a:p>
          <a:p>
            <a:r>
              <a:rPr lang="en-GB" dirty="0"/>
              <a:t>ACLs maybe be resources with their own mappings</a:t>
            </a:r>
            <a:endParaRPr lang="en-GB" dirty="0">
              <a:cs typeface="Calibri"/>
            </a:endParaRPr>
          </a:p>
          <a:p>
            <a:r>
              <a:rPr lang="en-GB" b="1" dirty="0"/>
              <a:t>Must set on every resource and be checked on every access</a:t>
            </a:r>
          </a:p>
        </p:txBody>
      </p:sp>
    </p:spTree>
    <p:extLst>
      <p:ext uri="{BB962C8B-B14F-4D97-AF65-F5344CB8AC3E}">
        <p14:creationId xmlns:p14="http://schemas.microsoft.com/office/powerpoint/2010/main" val="38934368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1489-4B0B-42CA-BA01-9C890CD7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ACLs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7BDA7-D6A9-4708-94D0-CBAF11203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Doesn’t handle inheritance</a:t>
            </a:r>
          </a:p>
          <a:p>
            <a:r>
              <a:rPr lang="en-US" dirty="0"/>
              <a:t>Difficult to do remote access enforcement</a:t>
            </a:r>
          </a:p>
          <a:p>
            <a:r>
              <a:rPr lang="en-US" dirty="0"/>
              <a:t>Difficult to get consistent logging of actions</a:t>
            </a:r>
          </a:p>
        </p:txBody>
      </p:sp>
    </p:spTree>
    <p:extLst>
      <p:ext uri="{BB962C8B-B14F-4D97-AF65-F5344CB8AC3E}">
        <p14:creationId xmlns:p14="http://schemas.microsoft.com/office/powerpoint/2010/main" val="4877973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8244-0905-4ADF-B405-A368E6D77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Trees (Groups)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BB00-BB74-47D4-9520-675113E59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 groups of resources and users</a:t>
            </a:r>
          </a:p>
          <a:p>
            <a:r>
              <a:rPr lang="en-US" dirty="0"/>
              <a:t>Allow for groups of groups</a:t>
            </a:r>
          </a:p>
          <a:p>
            <a:r>
              <a:rPr lang="en-US" dirty="0"/>
              <a:t>Manage ACL at the group level</a:t>
            </a:r>
          </a:p>
          <a:p>
            <a:r>
              <a:rPr lang="en-US" dirty="0"/>
              <a:t>Historically implemented via LDAP</a:t>
            </a:r>
          </a:p>
          <a:p>
            <a:r>
              <a:rPr lang="en-US" dirty="0"/>
              <a:t>Problems</a:t>
            </a:r>
          </a:p>
          <a:p>
            <a:pPr lvl="1"/>
            <a:r>
              <a:rPr lang="en-US" dirty="0"/>
              <a:t>Doesn’t handle temporal changes well</a:t>
            </a:r>
          </a:p>
          <a:p>
            <a:pPr lvl="1"/>
            <a:r>
              <a:rPr lang="en-US" dirty="0"/>
              <a:t>Changes centralized to management of the tree</a:t>
            </a:r>
          </a:p>
          <a:p>
            <a:pPr lvl="1"/>
            <a:r>
              <a:rPr lang="en-US" dirty="0"/>
              <a:t>Assumes group over individual resource ownership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2147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vs. Trees : relationships are complex not hierarchical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AFB7-B145-4067-ACB4-4103F7323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Today at Build new possibilities for the Office platform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38200"/>
            <a:ext cx="9825784" cy="583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9489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8EB6-779A-4F9B-BC46-C3AEA7A3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BeyondCorp</a:t>
            </a:r>
            <a:r>
              <a:rPr lang="en-US" dirty="0"/>
              <a:t> (Google) </a:t>
            </a:r>
            <a:r>
              <a:rPr lang="en-US" dirty="0">
                <a:hlinkClick r:id="rId3"/>
              </a:rPr>
              <a:t>https://www.beyondcorp.com/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0D9B56-991D-4E43-84FF-43849E3AE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71600" y="838200"/>
            <a:ext cx="9448800" cy="5859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8B71D2-5D7F-4709-B37A-E352D87F1208}"/>
              </a:ext>
            </a:extLst>
          </p:cNvPr>
          <p:cNvSpPr txBox="1"/>
          <p:nvPr/>
        </p:nvSpPr>
        <p:spPr>
          <a:xfrm>
            <a:off x="4343400" y="632460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22328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EF2D-1C6E-41E5-A9E3-78043A9A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for analytics 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BeyondCorp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0423-8B11-47B9-88B1-E978442DE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14999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Behavior analytics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Check whether behavior is outside the norm (transaction/activity history).</a:t>
            </a:r>
          </a:p>
          <a:p>
            <a:r>
              <a:rPr lang="en-US" dirty="0">
                <a:solidFill>
                  <a:srgbClr val="FF0000"/>
                </a:solidFill>
              </a:rPr>
              <a:t>Device recognition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Determine whether the device is recognized and associated with a known user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Can include web browser configuration, language, installed fonts, browser plug-ins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Device fingerprint/certificate</a:t>
            </a:r>
          </a:p>
          <a:p>
            <a:pPr lvl="1"/>
            <a:r>
              <a:rPr lang="en-US" dirty="0"/>
              <a:t>Device IP/MAC address</a:t>
            </a:r>
          </a:p>
          <a:p>
            <a:r>
              <a:rPr lang="en-US" dirty="0">
                <a:solidFill>
                  <a:srgbClr val="FF0000"/>
                </a:solidFill>
              </a:rPr>
              <a:t>Directory lookup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Check repository for group membership and user attributes</a:t>
            </a:r>
          </a:p>
          <a:p>
            <a:r>
              <a:rPr lang="en-US" dirty="0"/>
              <a:t>Geographical location / Geofencing</a:t>
            </a:r>
          </a:p>
          <a:p>
            <a:pPr lvl="1"/>
            <a:r>
              <a:rPr lang="en-US" dirty="0"/>
              <a:t>Determine whether a request is coming from a known good location.</a:t>
            </a:r>
          </a:p>
          <a:p>
            <a:pPr lvl="1"/>
            <a:r>
              <a:rPr lang="en-US" dirty="0"/>
              <a:t>Determine whether access requests come from within or outside a geographic barrier set by the customer.</a:t>
            </a:r>
          </a:p>
          <a:p>
            <a:pPr lvl="1"/>
            <a:r>
              <a:rPr lang="en-US" dirty="0"/>
              <a:t>Velocity checks</a:t>
            </a:r>
          </a:p>
          <a:p>
            <a:r>
              <a:rPr lang="en-US" dirty="0">
                <a:solidFill>
                  <a:srgbClr val="FF0000"/>
                </a:solidFill>
              </a:rPr>
              <a:t>Identity governance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Take an access rights score from IAM and utilize that score in determining the riskiness of access requests.</a:t>
            </a:r>
          </a:p>
          <a:p>
            <a:r>
              <a:rPr lang="en-US" dirty="0"/>
              <a:t>IP reputation</a:t>
            </a:r>
          </a:p>
          <a:p>
            <a:pPr lvl="1"/>
            <a:r>
              <a:rPr lang="en-US" dirty="0"/>
              <a:t>Compare the IP address of an authentication request with known white and black lists.</a:t>
            </a:r>
          </a:p>
          <a:p>
            <a:r>
              <a:rPr lang="en-US" dirty="0">
                <a:solidFill>
                  <a:srgbClr val="FF0000"/>
                </a:solidFill>
              </a:rPr>
              <a:t>Jailbreak detection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Detect whether mobile phone is rooted or "jailbroken.“</a:t>
            </a:r>
          </a:p>
          <a:p>
            <a:r>
              <a:rPr lang="en-US" dirty="0"/>
              <a:t>User input analysis</a:t>
            </a:r>
          </a:p>
          <a:p>
            <a:pPr lvl="1"/>
            <a:r>
              <a:rPr lang="en-US" dirty="0"/>
              <a:t>Gather keystroke dynamics and cursor movements with a particular user on a particular device.</a:t>
            </a:r>
          </a:p>
          <a:p>
            <a:r>
              <a:rPr lang="en-US" dirty="0"/>
              <a:t>Known fraud checking	</a:t>
            </a:r>
          </a:p>
          <a:p>
            <a:pPr lvl="1"/>
            <a:r>
              <a:rPr lang="en-US" dirty="0"/>
              <a:t>Consider known fraudulent elements from security intelligence providers</a:t>
            </a:r>
          </a:p>
        </p:txBody>
      </p:sp>
    </p:spTree>
    <p:extLst>
      <p:ext uri="{BB962C8B-B14F-4D97-AF65-F5344CB8AC3E}">
        <p14:creationId xmlns:p14="http://schemas.microsoft.com/office/powerpoint/2010/main" val="3707873397"/>
      </p:ext>
    </p:extLst>
  </p:cSld>
  <p:clrMapOvr>
    <a:masterClrMapping/>
  </p:clrMapOvr>
</p:sld>
</file>

<file path=ppt/theme/theme1.xml><?xml version="1.0" encoding="utf-8"?>
<a:theme xmlns:a="http://schemas.openxmlformats.org/drawingml/2006/main" name="IT66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1" id="{E6424F00-CB15-469C-8ED9-E12AE889829C}" vid="{5DE17743-287A-437B-9EC9-957D32FAF4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48B0CB13E69F42B54D3DE424488AFE" ma:contentTypeVersion="13" ma:contentTypeDescription="Create a new document." ma:contentTypeScope="" ma:versionID="c580b450af3975084ea9d9a74b1aa1c3">
  <xsd:schema xmlns:xsd="http://www.w3.org/2001/XMLSchema" xmlns:xs="http://www.w3.org/2001/XMLSchema" xmlns:p="http://schemas.microsoft.com/office/2006/metadata/properties" xmlns:ns3="6e27e843-6876-4ec5-817f-dbc394bc1606" xmlns:ns4="1ea98ed5-bdea-415e-9a90-b2f6afa71452" targetNamespace="http://schemas.microsoft.com/office/2006/metadata/properties" ma:root="true" ma:fieldsID="ee979d553edbfea5e3efbc24595909db" ns3:_="" ns4:_="">
    <xsd:import namespace="6e27e843-6876-4ec5-817f-dbc394bc1606"/>
    <xsd:import namespace="1ea98ed5-bdea-415e-9a90-b2f6afa7145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27e843-6876-4ec5-817f-dbc394bc16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98ed5-bdea-415e-9a90-b2f6afa714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B4A837-8F3B-4881-BE2E-1CD30F9388A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72F2E2A-6D82-4B29-B9EA-9BB67068FB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27e843-6876-4ec5-817f-dbc394bc1606"/>
    <ds:schemaRef ds:uri="1ea98ed5-bdea-415e-9a90-b2f6afa714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9EDA2D-2D25-4C9B-B388-2626A106A5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UNH-lecture-template</Template>
  <TotalTime>235</TotalTime>
  <Words>3184</Words>
  <Application>Microsoft Office PowerPoint</Application>
  <PresentationFormat>Widescreen</PresentationFormat>
  <Paragraphs>609</Paragraphs>
  <Slides>57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IT666</vt:lpstr>
      <vt:lpstr>PowerPoint Presentation</vt:lpstr>
      <vt:lpstr>PowerPoint Presentation</vt:lpstr>
      <vt:lpstr>Authentication “who are you?”</vt:lpstr>
      <vt:lpstr>Something you know - Issues</vt:lpstr>
      <vt:lpstr>Something you are - Issues</vt:lpstr>
      <vt:lpstr>Something you have - Issues</vt:lpstr>
      <vt:lpstr>Inferential - Issues</vt:lpstr>
      <vt:lpstr>PowerPoint Presentation</vt:lpstr>
      <vt:lpstr>Classes</vt:lpstr>
      <vt:lpstr>All biometrics have errors</vt:lpstr>
      <vt:lpstr>Biometric modes</vt:lpstr>
      <vt:lpstr>Templates</vt:lpstr>
      <vt:lpstr>Biometric Characteristics</vt:lpstr>
      <vt:lpstr>Biometric system issues</vt:lpstr>
      <vt:lpstr>PowerPoint Presentation</vt:lpstr>
      <vt:lpstr>Biometric Selection</vt:lpstr>
      <vt:lpstr>PowerPoint Presentation</vt:lpstr>
      <vt:lpstr>Token Attributes</vt:lpstr>
      <vt:lpstr>Assertions (self-contained tokens)</vt:lpstr>
      <vt:lpstr>Handles</vt:lpstr>
      <vt:lpstr>Bearer token</vt:lpstr>
      <vt:lpstr>Proof token</vt:lpstr>
      <vt:lpstr>Token Protections</vt:lpstr>
      <vt:lpstr>Oath : Google Authenticator</vt:lpstr>
      <vt:lpstr>FIDO (Fast IDentity Online) Alliance</vt:lpstr>
      <vt:lpstr>A very “simple” SAML assertion</vt:lpstr>
      <vt:lpstr>Canonicalization (C14N)</vt:lpstr>
      <vt:lpstr>JSON Web Tokens (JWT)</vt:lpstr>
      <vt:lpstr>JWT example from Wikipedia</vt:lpstr>
      <vt:lpstr>Plain, Signed, Encrypted</vt:lpstr>
      <vt:lpstr>The technical enabler for cloud based identity is OAuth</vt:lpstr>
      <vt:lpstr>OAuth 2  - http://oauthbible.com/ </vt:lpstr>
      <vt:lpstr>Developers : “But I hate OAuth !”</vt:lpstr>
      <vt:lpstr>So why suffer the pain?</vt:lpstr>
      <vt:lpstr>PowerPoint Presentation</vt:lpstr>
      <vt:lpstr>Who is trusted?</vt:lpstr>
      <vt:lpstr>Kerberos</vt:lpstr>
      <vt:lpstr>Kerberos Limitations</vt:lpstr>
      <vt:lpstr>SAML (Shibboleth) request flow</vt:lpstr>
      <vt:lpstr>SAML Limitations</vt:lpstr>
      <vt:lpstr>OpenID : Your identity is the resource being requested </vt:lpstr>
      <vt:lpstr>User Managed Access (UMA)</vt:lpstr>
      <vt:lpstr>Trust models - Summary</vt:lpstr>
      <vt:lpstr>PowerPoint Presentation</vt:lpstr>
      <vt:lpstr>Key principles of access control</vt:lpstr>
      <vt:lpstr>Mandatory Access Control (MAC)</vt:lpstr>
      <vt:lpstr>Discretionary Access Control (DAC)</vt:lpstr>
      <vt:lpstr>MAC requires Multilevel Security</vt:lpstr>
      <vt:lpstr>Identity Stores</vt:lpstr>
      <vt:lpstr>Role Base Access Control (RBAC)</vt:lpstr>
      <vt:lpstr>Categories of Access Control</vt:lpstr>
      <vt:lpstr>Access Control Lists (ACL)</vt:lpstr>
      <vt:lpstr>Problems with ACLs</vt:lpstr>
      <vt:lpstr>Trees (Groups)</vt:lpstr>
      <vt:lpstr>Graphs vs. Trees : relationships are complex not hierarchical </vt:lpstr>
      <vt:lpstr>BeyondCorp (Google) https://www.beyondcorp.com/ </vt:lpstr>
      <vt:lpstr>Sources for analytics  (BeyondCorp)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Graf</dc:creator>
  <cp:lastModifiedBy>Ken Graf</cp:lastModifiedBy>
  <cp:revision>27</cp:revision>
  <cp:lastPrinted>2015-03-25T21:04:44Z</cp:lastPrinted>
  <dcterms:created xsi:type="dcterms:W3CDTF">2020-01-07T22:06:18Z</dcterms:created>
  <dcterms:modified xsi:type="dcterms:W3CDTF">2020-03-04T21:08:42Z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0x010100BD48B0CB13E69F42B54D3DE424488AFE</vt:lpwstr>
  </property>
</Properties>
</file>