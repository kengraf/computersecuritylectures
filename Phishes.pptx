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1" r:id="rId6"/>
    <p:sldId id="262" r:id="rId7"/>
    <p:sldId id="263" r:id="rId8"/>
    <p:sldId id="259" r:id="rId9"/>
    <p:sldId id="267" r:id="rId10"/>
    <p:sldId id="260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5512-52DF-4975-A6E9-DB67B9E53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3CB35-329C-46B0-8550-AD5C8EAB9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62A9E-DD8F-4919-AFA6-CE39FF81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FD72C-047E-4A7F-9B4B-17A9D7E9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C13B9-B6B9-4A30-83FC-2B9301DB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8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DB0F-5518-45FF-B269-63C0F06CA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87E0B-B341-41A1-96B4-EC913194D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EED6C-6425-4F2A-B510-1A1C35F2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5F831-60A2-4F8D-9ABF-25318166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E83A7-628B-485F-9166-464A2C17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9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B76D-EF3E-4320-A814-B022E8DF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7D791-D131-40FC-968F-7107F6932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E1E28-232E-48A2-AEFA-25EDE6F4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54C4D-58ED-4A48-B9B4-44617E77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30FEC-9800-45D9-9AAC-4F794CAE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3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9844-32EC-4559-857C-5BBA2315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EDF4-B4BE-44D6-BB39-DCC40B735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3EB86-ED5A-4720-A8CF-695D4EE45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45F15-158F-4F33-99EE-A2792B8B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60982-9FA8-4971-A534-1CFA89A8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505D7-20B2-4309-8D2E-C4A7D33E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9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0BA8-1035-439C-83AD-5E6C14A5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09B4F-1636-4B04-8716-DFD850862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D007A-6712-45D5-A5BB-EB34D74A3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D170A-D693-43D2-9747-7D06FEBD4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8B2FC-5CC1-4A1D-A7B9-E504524A4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60CAB-4C94-4765-9861-D33D3ECF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76EEA-EBCB-4028-8391-286D9A90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ABC21-0E8A-44FC-9653-1CD87282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4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08D8-718B-4B15-B724-CB967754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9399E-DC74-421B-8C1F-623D2F50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0562F-99FE-477B-86D8-97C8E73D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53283-37FC-4C49-8FC0-D40F0AD9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3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CCF78-6B8C-4676-BABF-DAB487AE6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C3F02-9475-4958-B754-0A3483DC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F1656-9FA2-47B7-9477-71E28788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2FA63-6517-4685-A3B5-194F2B63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0AF5D-EA58-4213-9A17-AA200C209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81273-6C50-4C1D-BD0C-21EB5CBAA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6E485-DAD2-4C23-9D1B-1075BBE6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E2AB3-10B1-429F-9DFA-39FCDCB1B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5B968-0AB6-4505-ABD4-7F316554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1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E8E5-8578-44C4-A191-902480A8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5753E-3E5F-4443-AD0F-83F5927C4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92FD0-2107-4B24-9E97-008986803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70173-2A23-4A21-9C7D-C1DE4EBB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FB5E5-DDAD-466D-86F0-6EBA097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0F630-CDBA-4D0A-91F5-3E83AD7C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7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F39B-B496-42EB-A5C5-8802ECE8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3C3B2-8468-4331-9609-05B57BF4A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BEE59-D1EF-44D1-8256-230BC436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ECB8-B02D-4C33-8395-C96A4ECA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14735-8726-444D-9064-881C060B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6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0BFED-8B34-499E-AF13-E6764A1D1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00AF8-FAF1-495F-869D-0CCFA48B8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73BE-9E6B-4728-9E66-B202D576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CCC50-310B-4363-AC4C-6960C458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03984-3156-4C54-B6A9-7A73D8DF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1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BC663-C1A4-4359-A616-B41C627BD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B62EE-257F-462A-934B-CB4F9CC72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481AD-CF38-4DD8-AE3F-B1015CCF9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8F3FF-6578-47EF-9046-D3F224CB46C6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26033-26D5-484E-B57E-F79EB0084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9A222-3BAD-4A25-A9E7-D5A8DCF4C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146D2-7B04-4B0D-B1C7-C95549AF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1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94B107-166B-4A2A-96F0-4DABA960D5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77" y="564203"/>
            <a:ext cx="9656323" cy="603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592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E461F4-97CE-4C51-AAF9-3C01CD2FEC1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942975"/>
            <a:ext cx="5586413" cy="447198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502185F-1810-4828-BDFC-F6B51AF80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42975"/>
            <a:ext cx="5764894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6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97AD6-B906-4E91-8890-7C0BCA15C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82" y="1214438"/>
            <a:ext cx="1073011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3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52973-98AE-46B5-9E5C-989728664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63" y="942975"/>
            <a:ext cx="5767592" cy="49057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54CFB1-58A0-47AB-86C4-9EBF96AAD13A}"/>
              </a:ext>
            </a:extLst>
          </p:cNvPr>
          <p:cNvSpPr txBox="1"/>
          <p:nvPr/>
        </p:nvSpPr>
        <p:spPr>
          <a:xfrm>
            <a:off x="1928813" y="5915025"/>
            <a:ext cx="302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https://tinyurl.com/qm4pm38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D00F69-6365-490B-9E19-A4A7329D1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522" y="583645"/>
            <a:ext cx="4827442" cy="5700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E0B629-A54E-49A6-BDA3-F8E55BE01E69}"/>
              </a:ext>
            </a:extLst>
          </p:cNvPr>
          <p:cNvSpPr txBox="1"/>
          <p:nvPr/>
        </p:nvSpPr>
        <p:spPr>
          <a:xfrm>
            <a:off x="6900863" y="6284357"/>
            <a:ext cx="49489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https://urldefense.proofpoint.com/v2/url?u=https-3A__www.youtube.com_</a:t>
            </a:r>
          </a:p>
        </p:txBody>
      </p:sp>
    </p:spTree>
    <p:extLst>
      <p:ext uri="{BB962C8B-B14F-4D97-AF65-F5344CB8AC3E}">
        <p14:creationId xmlns:p14="http://schemas.microsoft.com/office/powerpoint/2010/main" val="57617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E5A76-0345-4265-AB88-EE7ECF53B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3" y="628650"/>
            <a:ext cx="10944947" cy="555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F6D0AB-DE7A-4CBD-A295-06EF6F378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6" y="614362"/>
            <a:ext cx="10371581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18166C-0E96-4636-A887-660439A3B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06050"/>
            <a:ext cx="8543925" cy="643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3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C3D03-C33F-43B3-A707-2BC2264F36B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787" y="404812"/>
            <a:ext cx="8734425" cy="6048375"/>
          </a:xfrm>
        </p:spPr>
      </p:pic>
    </p:spTree>
    <p:extLst>
      <p:ext uri="{BB962C8B-B14F-4D97-AF65-F5344CB8AC3E}">
        <p14:creationId xmlns:p14="http://schemas.microsoft.com/office/powerpoint/2010/main" val="259919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3413F-ADB1-4D8D-9A80-5139EC54B8BA}"/>
              </a:ext>
            </a:extLst>
          </p:cNvPr>
          <p:cNvSpPr txBox="1"/>
          <p:nvPr/>
        </p:nvSpPr>
        <p:spPr>
          <a:xfrm>
            <a:off x="0" y="6131480"/>
            <a:ext cx="5440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https://s3.amazonaws.com/www.it666fakesite.com/index.html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0819E-AB45-4264-A7FA-28111A521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35" y="271462"/>
            <a:ext cx="5121513" cy="58435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AA626-B0A2-4F7D-ABE0-C199D5FB9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280" y="1502430"/>
            <a:ext cx="5641540" cy="338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04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0FD37A-87A7-4D23-9446-9ED36B75D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8" y="457200"/>
            <a:ext cx="9326531" cy="572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50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9A122-4733-4B7A-9000-925CF8C26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6" y="400050"/>
            <a:ext cx="7319836" cy="606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48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46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Graf</dc:creator>
  <cp:lastModifiedBy>Ken Graf</cp:lastModifiedBy>
  <cp:revision>11</cp:revision>
  <dcterms:created xsi:type="dcterms:W3CDTF">2020-02-27T16:20:49Z</dcterms:created>
  <dcterms:modified xsi:type="dcterms:W3CDTF">2020-02-28T15:57:22Z</dcterms:modified>
</cp:coreProperties>
</file>