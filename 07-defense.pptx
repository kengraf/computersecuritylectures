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39"/>
  </p:notesMasterIdLst>
  <p:sldIdLst>
    <p:sldId id="267" r:id="rId5"/>
    <p:sldId id="291" r:id="rId6"/>
    <p:sldId id="290" r:id="rId7"/>
    <p:sldId id="340" r:id="rId8"/>
    <p:sldId id="341" r:id="rId9"/>
    <p:sldId id="342" r:id="rId10"/>
    <p:sldId id="343" r:id="rId11"/>
    <p:sldId id="275" r:id="rId12"/>
    <p:sldId id="348" r:id="rId13"/>
    <p:sldId id="349" r:id="rId14"/>
    <p:sldId id="350" r:id="rId15"/>
    <p:sldId id="365" r:id="rId16"/>
    <p:sldId id="366" r:id="rId17"/>
    <p:sldId id="367" r:id="rId18"/>
    <p:sldId id="266" r:id="rId19"/>
    <p:sldId id="259" r:id="rId20"/>
    <p:sldId id="263" r:id="rId21"/>
    <p:sldId id="264" r:id="rId22"/>
    <p:sldId id="287" r:id="rId23"/>
    <p:sldId id="292" r:id="rId24"/>
    <p:sldId id="306" r:id="rId25"/>
    <p:sldId id="260" r:id="rId26"/>
    <p:sldId id="307" r:id="rId27"/>
    <p:sldId id="268" r:id="rId28"/>
    <p:sldId id="301" r:id="rId29"/>
    <p:sldId id="269" r:id="rId30"/>
    <p:sldId id="270" r:id="rId31"/>
    <p:sldId id="272" r:id="rId32"/>
    <p:sldId id="300" r:id="rId33"/>
    <p:sldId id="368" r:id="rId34"/>
    <p:sldId id="271" r:id="rId35"/>
    <p:sldId id="303" r:id="rId36"/>
    <p:sldId id="302" r:id="rId37"/>
    <p:sldId id="279" r:id="rId38"/>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2" autoAdjust="0"/>
    <p:restoredTop sz="75168" autoAdjust="0"/>
  </p:normalViewPr>
  <p:slideViewPr>
    <p:cSldViewPr>
      <p:cViewPr varScale="1">
        <p:scale>
          <a:sx n="66" d="100"/>
          <a:sy n="66" d="100"/>
        </p:scale>
        <p:origin x="120" y="78"/>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85" d="100"/>
          <a:sy n="85" d="100"/>
        </p:scale>
        <p:origin x="1116"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neth Graf" userId="d1890dd4-deb6-4a9b-a156-5113ac77bda8" providerId="ADAL" clId="{D0B93052-57C7-4225-A69A-348BE7CB3A0F}"/>
    <pc:docChg chg="custSel addSld delSld modSld sldOrd">
      <pc:chgData name="Kenneth Graf" userId="d1890dd4-deb6-4a9b-a156-5113ac77bda8" providerId="ADAL" clId="{D0B93052-57C7-4225-A69A-348BE7CB3A0F}" dt="2020-01-19T15:46:08.171" v="407" actId="20577"/>
      <pc:docMkLst>
        <pc:docMk/>
      </pc:docMkLst>
      <pc:sldChg chg="add">
        <pc:chgData name="Kenneth Graf" userId="d1890dd4-deb6-4a9b-a156-5113ac77bda8" providerId="ADAL" clId="{D0B93052-57C7-4225-A69A-348BE7CB3A0F}" dt="2020-01-08T20:56:53.197" v="0"/>
        <pc:sldMkLst>
          <pc:docMk/>
          <pc:sldMk cId="3411932714" sldId="259"/>
        </pc:sldMkLst>
      </pc:sldChg>
      <pc:sldChg chg="add">
        <pc:chgData name="Kenneth Graf" userId="d1890dd4-deb6-4a9b-a156-5113ac77bda8" providerId="ADAL" clId="{D0B93052-57C7-4225-A69A-348BE7CB3A0F}" dt="2020-01-09T05:17:27.316" v="1"/>
        <pc:sldMkLst>
          <pc:docMk/>
          <pc:sldMk cId="116808042" sldId="260"/>
        </pc:sldMkLst>
      </pc:sldChg>
      <pc:sldChg chg="addSp delSp modSp add del">
        <pc:chgData name="Kenneth Graf" userId="d1890dd4-deb6-4a9b-a156-5113ac77bda8" providerId="ADAL" clId="{D0B93052-57C7-4225-A69A-348BE7CB3A0F}" dt="2020-01-19T14:16:28.020" v="12" actId="47"/>
        <pc:sldMkLst>
          <pc:docMk/>
          <pc:sldMk cId="3744481300" sldId="262"/>
        </pc:sldMkLst>
        <pc:spChg chg="del">
          <ac:chgData name="Kenneth Graf" userId="d1890dd4-deb6-4a9b-a156-5113ac77bda8" providerId="ADAL" clId="{D0B93052-57C7-4225-A69A-348BE7CB3A0F}" dt="2020-01-09T05:17:34.589" v="4"/>
          <ac:spMkLst>
            <pc:docMk/>
            <pc:sldMk cId="3744481300" sldId="262"/>
            <ac:spMk id="2" creationId="{00000000-0000-0000-0000-000000000000}"/>
          </ac:spMkLst>
        </pc:spChg>
        <pc:spChg chg="del">
          <ac:chgData name="Kenneth Graf" userId="d1890dd4-deb6-4a9b-a156-5113ac77bda8" providerId="ADAL" clId="{D0B93052-57C7-4225-A69A-348BE7CB3A0F}" dt="2020-01-09T05:17:34.589" v="4"/>
          <ac:spMkLst>
            <pc:docMk/>
            <pc:sldMk cId="3744481300" sldId="262"/>
            <ac:spMk id="3" creationId="{00000000-0000-0000-0000-000000000000}"/>
          </ac:spMkLst>
        </pc:spChg>
        <pc:spChg chg="add mod">
          <ac:chgData name="Kenneth Graf" userId="d1890dd4-deb6-4a9b-a156-5113ac77bda8" providerId="ADAL" clId="{D0B93052-57C7-4225-A69A-348BE7CB3A0F}" dt="2020-01-09T05:17:34.589" v="4"/>
          <ac:spMkLst>
            <pc:docMk/>
            <pc:sldMk cId="3744481300" sldId="262"/>
            <ac:spMk id="4" creationId="{71F0CD52-E915-440F-9FCA-DF1C4C3425AE}"/>
          </ac:spMkLst>
        </pc:spChg>
        <pc:spChg chg="add mod">
          <ac:chgData name="Kenneth Graf" userId="d1890dd4-deb6-4a9b-a156-5113ac77bda8" providerId="ADAL" clId="{D0B93052-57C7-4225-A69A-348BE7CB3A0F}" dt="2020-01-09T05:17:34.589" v="4"/>
          <ac:spMkLst>
            <pc:docMk/>
            <pc:sldMk cId="3744481300" sldId="262"/>
            <ac:spMk id="5" creationId="{066289E1-38C1-4699-9F08-A4313182ADCC}"/>
          </ac:spMkLst>
        </pc:spChg>
      </pc:sldChg>
      <pc:sldChg chg="modSp add">
        <pc:chgData name="Kenneth Graf" userId="d1890dd4-deb6-4a9b-a156-5113ac77bda8" providerId="ADAL" clId="{D0B93052-57C7-4225-A69A-348BE7CB3A0F}" dt="2020-01-19T14:26:25.860" v="97" actId="20577"/>
        <pc:sldMkLst>
          <pc:docMk/>
          <pc:sldMk cId="3486695566" sldId="263"/>
        </pc:sldMkLst>
        <pc:spChg chg="mod">
          <ac:chgData name="Kenneth Graf" userId="d1890dd4-deb6-4a9b-a156-5113ac77bda8" providerId="ADAL" clId="{D0B93052-57C7-4225-A69A-348BE7CB3A0F}" dt="2020-01-19T14:26:25.860" v="97" actId="20577"/>
          <ac:spMkLst>
            <pc:docMk/>
            <pc:sldMk cId="3486695566" sldId="263"/>
            <ac:spMk id="2" creationId="{00000000-0000-0000-0000-000000000000}"/>
          </ac:spMkLst>
        </pc:spChg>
      </pc:sldChg>
      <pc:sldChg chg="modSp add">
        <pc:chgData name="Kenneth Graf" userId="d1890dd4-deb6-4a9b-a156-5113ac77bda8" providerId="ADAL" clId="{D0B93052-57C7-4225-A69A-348BE7CB3A0F}" dt="2020-01-19T14:27:26.388" v="99" actId="403"/>
        <pc:sldMkLst>
          <pc:docMk/>
          <pc:sldMk cId="788422238" sldId="264"/>
        </pc:sldMkLst>
        <pc:spChg chg="mod">
          <ac:chgData name="Kenneth Graf" userId="d1890dd4-deb6-4a9b-a156-5113ac77bda8" providerId="ADAL" clId="{D0B93052-57C7-4225-A69A-348BE7CB3A0F}" dt="2020-01-19T14:27:26.388" v="99" actId="403"/>
          <ac:spMkLst>
            <pc:docMk/>
            <pc:sldMk cId="788422238" sldId="264"/>
            <ac:spMk id="3" creationId="{00000000-0000-0000-0000-000000000000}"/>
          </ac:spMkLst>
        </pc:spChg>
      </pc:sldChg>
      <pc:sldChg chg="add del">
        <pc:chgData name="Kenneth Graf" userId="d1890dd4-deb6-4a9b-a156-5113ac77bda8" providerId="ADAL" clId="{D0B93052-57C7-4225-A69A-348BE7CB3A0F}" dt="2020-01-19T14:15:43.480" v="9" actId="47"/>
        <pc:sldMkLst>
          <pc:docMk/>
          <pc:sldMk cId="72510443" sldId="265"/>
        </pc:sldMkLst>
      </pc:sldChg>
      <pc:sldChg chg="add">
        <pc:chgData name="Kenneth Graf" userId="d1890dd4-deb6-4a9b-a156-5113ac77bda8" providerId="ADAL" clId="{D0B93052-57C7-4225-A69A-348BE7CB3A0F}" dt="2020-01-08T20:56:53.197" v="0"/>
        <pc:sldMkLst>
          <pc:docMk/>
          <pc:sldMk cId="730048082" sldId="266"/>
        </pc:sldMkLst>
      </pc:sldChg>
      <pc:sldChg chg="modSp add">
        <pc:chgData name="Kenneth Graf" userId="d1890dd4-deb6-4a9b-a156-5113ac77bda8" providerId="ADAL" clId="{D0B93052-57C7-4225-A69A-348BE7CB3A0F}" dt="2020-01-19T14:22:11.662" v="59" actId="20577"/>
        <pc:sldMkLst>
          <pc:docMk/>
          <pc:sldMk cId="2500604870" sldId="268"/>
        </pc:sldMkLst>
        <pc:spChg chg="mod">
          <ac:chgData name="Kenneth Graf" userId="d1890dd4-deb6-4a9b-a156-5113ac77bda8" providerId="ADAL" clId="{D0B93052-57C7-4225-A69A-348BE7CB3A0F}" dt="2020-01-19T14:22:11.662" v="59" actId="20577"/>
          <ac:spMkLst>
            <pc:docMk/>
            <pc:sldMk cId="2500604870" sldId="268"/>
            <ac:spMk id="3" creationId="{00000000-0000-0000-0000-000000000000}"/>
          </ac:spMkLst>
        </pc:spChg>
      </pc:sldChg>
      <pc:sldChg chg="modSp add">
        <pc:chgData name="Kenneth Graf" userId="d1890dd4-deb6-4a9b-a156-5113ac77bda8" providerId="ADAL" clId="{D0B93052-57C7-4225-A69A-348BE7CB3A0F}" dt="2020-01-19T14:35:01.954" v="258" actId="20577"/>
        <pc:sldMkLst>
          <pc:docMk/>
          <pc:sldMk cId="3591211944" sldId="269"/>
        </pc:sldMkLst>
        <pc:spChg chg="mod">
          <ac:chgData name="Kenneth Graf" userId="d1890dd4-deb6-4a9b-a156-5113ac77bda8" providerId="ADAL" clId="{D0B93052-57C7-4225-A69A-348BE7CB3A0F}" dt="2020-01-19T14:35:01.954" v="258" actId="20577"/>
          <ac:spMkLst>
            <pc:docMk/>
            <pc:sldMk cId="3591211944" sldId="269"/>
            <ac:spMk id="2" creationId="{00000000-0000-0000-0000-000000000000}"/>
          </ac:spMkLst>
        </pc:spChg>
      </pc:sldChg>
      <pc:sldChg chg="modSp add">
        <pc:chgData name="Kenneth Graf" userId="d1890dd4-deb6-4a9b-a156-5113ac77bda8" providerId="ADAL" clId="{D0B93052-57C7-4225-A69A-348BE7CB3A0F}" dt="2020-01-09T05:17:27.372" v="3" actId="27636"/>
        <pc:sldMkLst>
          <pc:docMk/>
          <pc:sldMk cId="3150610719" sldId="270"/>
        </pc:sldMkLst>
        <pc:spChg chg="mod">
          <ac:chgData name="Kenneth Graf" userId="d1890dd4-deb6-4a9b-a156-5113ac77bda8" providerId="ADAL" clId="{D0B93052-57C7-4225-A69A-348BE7CB3A0F}" dt="2020-01-09T05:17:27.372" v="3" actId="27636"/>
          <ac:spMkLst>
            <pc:docMk/>
            <pc:sldMk cId="3150610719" sldId="270"/>
            <ac:spMk id="3" creationId="{00000000-0000-0000-0000-000000000000}"/>
          </ac:spMkLst>
        </pc:spChg>
      </pc:sldChg>
      <pc:sldChg chg="add">
        <pc:chgData name="Kenneth Graf" userId="d1890dd4-deb6-4a9b-a156-5113ac77bda8" providerId="ADAL" clId="{D0B93052-57C7-4225-A69A-348BE7CB3A0F}" dt="2020-01-09T05:17:27.316" v="1"/>
        <pc:sldMkLst>
          <pc:docMk/>
          <pc:sldMk cId="399628724" sldId="271"/>
        </pc:sldMkLst>
      </pc:sldChg>
      <pc:sldChg chg="modSp add">
        <pc:chgData name="Kenneth Graf" userId="d1890dd4-deb6-4a9b-a156-5113ac77bda8" providerId="ADAL" clId="{D0B93052-57C7-4225-A69A-348BE7CB3A0F}" dt="2020-01-19T14:35:25.245" v="259" actId="1076"/>
        <pc:sldMkLst>
          <pc:docMk/>
          <pc:sldMk cId="4236831426" sldId="272"/>
        </pc:sldMkLst>
        <pc:spChg chg="mod">
          <ac:chgData name="Kenneth Graf" userId="d1890dd4-deb6-4a9b-a156-5113ac77bda8" providerId="ADAL" clId="{D0B93052-57C7-4225-A69A-348BE7CB3A0F}" dt="2020-01-09T05:17:34.637" v="6" actId="27636"/>
          <ac:spMkLst>
            <pc:docMk/>
            <pc:sldMk cId="4236831426" sldId="272"/>
            <ac:spMk id="3" creationId="{00000000-0000-0000-0000-000000000000}"/>
          </ac:spMkLst>
        </pc:spChg>
        <pc:picChg chg="mod">
          <ac:chgData name="Kenneth Graf" userId="d1890dd4-deb6-4a9b-a156-5113ac77bda8" providerId="ADAL" clId="{D0B93052-57C7-4225-A69A-348BE7CB3A0F}" dt="2020-01-19T14:35:25.245" v="259" actId="1076"/>
          <ac:picMkLst>
            <pc:docMk/>
            <pc:sldMk cId="4236831426" sldId="272"/>
            <ac:picMk id="3075" creationId="{00000000-0000-0000-0000-000000000000}"/>
          </ac:picMkLst>
        </pc:picChg>
      </pc:sldChg>
      <pc:sldChg chg="add">
        <pc:chgData name="Kenneth Graf" userId="d1890dd4-deb6-4a9b-a156-5113ac77bda8" providerId="ADAL" clId="{D0B93052-57C7-4225-A69A-348BE7CB3A0F}" dt="2020-01-19T14:43:47.077" v="272"/>
        <pc:sldMkLst>
          <pc:docMk/>
          <pc:sldMk cId="3032765936" sldId="275"/>
        </pc:sldMkLst>
      </pc:sldChg>
      <pc:sldChg chg="add">
        <pc:chgData name="Kenneth Graf" userId="d1890dd4-deb6-4a9b-a156-5113ac77bda8" providerId="ADAL" clId="{D0B93052-57C7-4225-A69A-348BE7CB3A0F}" dt="2020-01-09T05:17:27.316" v="1"/>
        <pc:sldMkLst>
          <pc:docMk/>
          <pc:sldMk cId="2010864756" sldId="279"/>
        </pc:sldMkLst>
      </pc:sldChg>
      <pc:sldChg chg="add del">
        <pc:chgData name="Kenneth Graf" userId="d1890dd4-deb6-4a9b-a156-5113ac77bda8" providerId="ADAL" clId="{D0B93052-57C7-4225-A69A-348BE7CB3A0F}" dt="2020-01-19T14:16:08.091" v="10" actId="2696"/>
        <pc:sldMkLst>
          <pc:docMk/>
          <pc:sldMk cId="2088077336" sldId="283"/>
        </pc:sldMkLst>
      </pc:sldChg>
      <pc:sldChg chg="addSp delSp modSp add">
        <pc:chgData name="Kenneth Graf" userId="d1890dd4-deb6-4a9b-a156-5113ac77bda8" providerId="ADAL" clId="{D0B93052-57C7-4225-A69A-348BE7CB3A0F}" dt="2020-01-09T05:17:41.697" v="8" actId="27636"/>
        <pc:sldMkLst>
          <pc:docMk/>
          <pc:sldMk cId="149156150" sldId="287"/>
        </pc:sldMkLst>
        <pc:spChg chg="add del mod">
          <ac:chgData name="Kenneth Graf" userId="d1890dd4-deb6-4a9b-a156-5113ac77bda8" providerId="ADAL" clId="{D0B93052-57C7-4225-A69A-348BE7CB3A0F}" dt="2020-01-09T05:17:41.676" v="7"/>
          <ac:spMkLst>
            <pc:docMk/>
            <pc:sldMk cId="149156150" sldId="287"/>
            <ac:spMk id="2" creationId="{943C86E9-43E6-4054-96F8-5C1FB55C98ED}"/>
          </ac:spMkLst>
        </pc:spChg>
        <pc:spChg chg="add mod">
          <ac:chgData name="Kenneth Graf" userId="d1890dd4-deb6-4a9b-a156-5113ac77bda8" providerId="ADAL" clId="{D0B93052-57C7-4225-A69A-348BE7CB3A0F}" dt="2020-01-09T05:17:41.676" v="7"/>
          <ac:spMkLst>
            <pc:docMk/>
            <pc:sldMk cId="149156150" sldId="287"/>
            <ac:spMk id="3" creationId="{5AEBA1D3-666A-4FD1-B889-EB987F8D4F7B}"/>
          </ac:spMkLst>
        </pc:spChg>
        <pc:spChg chg="del">
          <ac:chgData name="Kenneth Graf" userId="d1890dd4-deb6-4a9b-a156-5113ac77bda8" providerId="ADAL" clId="{D0B93052-57C7-4225-A69A-348BE7CB3A0F}" dt="2020-01-09T05:17:34.589" v="4"/>
          <ac:spMkLst>
            <pc:docMk/>
            <pc:sldMk cId="149156150" sldId="287"/>
            <ac:spMk id="4" creationId="{00000000-0000-0000-0000-000000000000}"/>
          </ac:spMkLst>
        </pc:spChg>
        <pc:spChg chg="mod">
          <ac:chgData name="Kenneth Graf" userId="d1890dd4-deb6-4a9b-a156-5113ac77bda8" providerId="ADAL" clId="{D0B93052-57C7-4225-A69A-348BE7CB3A0F}" dt="2020-01-09T05:17:41.697" v="8" actId="27636"/>
          <ac:spMkLst>
            <pc:docMk/>
            <pc:sldMk cId="149156150" sldId="287"/>
            <ac:spMk id="5" creationId="{00000000-0000-0000-0000-000000000000}"/>
          </ac:spMkLst>
        </pc:spChg>
      </pc:sldChg>
      <pc:sldChg chg="addSp delSp modSp add ord">
        <pc:chgData name="Kenneth Graf" userId="d1890dd4-deb6-4a9b-a156-5113ac77bda8" providerId="ADAL" clId="{D0B93052-57C7-4225-A69A-348BE7CB3A0F}" dt="2020-01-19T14:25:37.591" v="74"/>
        <pc:sldMkLst>
          <pc:docMk/>
          <pc:sldMk cId="960580335" sldId="290"/>
        </pc:sldMkLst>
        <pc:spChg chg="del">
          <ac:chgData name="Kenneth Graf" userId="d1890dd4-deb6-4a9b-a156-5113ac77bda8" providerId="ADAL" clId="{D0B93052-57C7-4225-A69A-348BE7CB3A0F}" dt="2020-01-09T05:17:34.589" v="4"/>
          <ac:spMkLst>
            <pc:docMk/>
            <pc:sldMk cId="960580335" sldId="290"/>
            <ac:spMk id="2" creationId="{00000000-0000-0000-0000-000000000000}"/>
          </ac:spMkLst>
        </pc:spChg>
        <pc:spChg chg="add mod">
          <ac:chgData name="Kenneth Graf" userId="d1890dd4-deb6-4a9b-a156-5113ac77bda8" providerId="ADAL" clId="{D0B93052-57C7-4225-A69A-348BE7CB3A0F}" dt="2020-01-09T05:17:34.589" v="4"/>
          <ac:spMkLst>
            <pc:docMk/>
            <pc:sldMk cId="960580335" sldId="290"/>
            <ac:spMk id="3" creationId="{10F357B5-2684-4FC4-894A-E88B135C37F2}"/>
          </ac:spMkLst>
        </pc:spChg>
        <pc:spChg chg="del mod">
          <ac:chgData name="Kenneth Graf" userId="d1890dd4-deb6-4a9b-a156-5113ac77bda8" providerId="ADAL" clId="{D0B93052-57C7-4225-A69A-348BE7CB3A0F}" dt="2020-01-19T14:25:37.591" v="74"/>
          <ac:spMkLst>
            <pc:docMk/>
            <pc:sldMk cId="960580335" sldId="290"/>
            <ac:spMk id="5" creationId="{00000000-0000-0000-0000-000000000000}"/>
          </ac:spMkLst>
        </pc:spChg>
        <pc:picChg chg="mod">
          <ac:chgData name="Kenneth Graf" userId="d1890dd4-deb6-4a9b-a156-5113ac77bda8" providerId="ADAL" clId="{D0B93052-57C7-4225-A69A-348BE7CB3A0F}" dt="2020-01-19T14:25:31.839" v="72" actId="1076"/>
          <ac:picMkLst>
            <pc:docMk/>
            <pc:sldMk cId="960580335" sldId="290"/>
            <ac:picMk id="4" creationId="{00000000-0000-0000-0000-000000000000}"/>
          </ac:picMkLst>
        </pc:picChg>
      </pc:sldChg>
      <pc:sldChg chg="addSp delSp modSp add ord">
        <pc:chgData name="Kenneth Graf" userId="d1890dd4-deb6-4a9b-a156-5113ac77bda8" providerId="ADAL" clId="{D0B93052-57C7-4225-A69A-348BE7CB3A0F}" dt="2020-01-19T14:22:53.768" v="65"/>
        <pc:sldMkLst>
          <pc:docMk/>
          <pc:sldMk cId="2513537814" sldId="291"/>
        </pc:sldMkLst>
        <pc:spChg chg="del">
          <ac:chgData name="Kenneth Graf" userId="d1890dd4-deb6-4a9b-a156-5113ac77bda8" providerId="ADAL" clId="{D0B93052-57C7-4225-A69A-348BE7CB3A0F}" dt="2020-01-09T05:17:34.589" v="4"/>
          <ac:spMkLst>
            <pc:docMk/>
            <pc:sldMk cId="2513537814" sldId="291"/>
            <ac:spMk id="2" creationId="{00000000-0000-0000-0000-000000000000}"/>
          </ac:spMkLst>
        </pc:spChg>
        <pc:spChg chg="add mod">
          <ac:chgData name="Kenneth Graf" userId="d1890dd4-deb6-4a9b-a156-5113ac77bda8" providerId="ADAL" clId="{D0B93052-57C7-4225-A69A-348BE7CB3A0F}" dt="2020-01-09T05:17:34.589" v="4"/>
          <ac:spMkLst>
            <pc:docMk/>
            <pc:sldMk cId="2513537814" sldId="291"/>
            <ac:spMk id="5" creationId="{A8F8BC23-5ACB-4DB8-8593-AACD698A548A}"/>
          </ac:spMkLst>
        </pc:spChg>
        <pc:spChg chg="add mod">
          <ac:chgData name="Kenneth Graf" userId="d1890dd4-deb6-4a9b-a156-5113ac77bda8" providerId="ADAL" clId="{D0B93052-57C7-4225-A69A-348BE7CB3A0F}" dt="2020-01-09T05:17:34.589" v="4"/>
          <ac:spMkLst>
            <pc:docMk/>
            <pc:sldMk cId="2513537814" sldId="291"/>
            <ac:spMk id="6" creationId="{A3A7D581-388F-4E8D-A36C-DE6BA290D2D2}"/>
          </ac:spMkLst>
        </pc:spChg>
      </pc:sldChg>
      <pc:sldChg chg="modSp add modNotesTx">
        <pc:chgData name="Kenneth Graf" userId="d1890dd4-deb6-4a9b-a156-5113ac77bda8" providerId="ADAL" clId="{D0B93052-57C7-4225-A69A-348BE7CB3A0F}" dt="2020-01-19T15:38:37.530" v="326" actId="20577"/>
        <pc:sldMkLst>
          <pc:docMk/>
          <pc:sldMk cId="1620968461" sldId="292"/>
        </pc:sldMkLst>
        <pc:picChg chg="mod">
          <ac:chgData name="Kenneth Graf" userId="d1890dd4-deb6-4a9b-a156-5113ac77bda8" providerId="ADAL" clId="{D0B93052-57C7-4225-A69A-348BE7CB3A0F}" dt="2020-01-19T14:27:45.899" v="101" actId="14100"/>
          <ac:picMkLst>
            <pc:docMk/>
            <pc:sldMk cId="1620968461" sldId="292"/>
            <ac:picMk id="4" creationId="{00000000-0000-0000-0000-000000000000}"/>
          </ac:picMkLst>
        </pc:picChg>
      </pc:sldChg>
      <pc:sldChg chg="modSp add modNotesTx">
        <pc:chgData name="Kenneth Graf" userId="d1890dd4-deb6-4a9b-a156-5113ac77bda8" providerId="ADAL" clId="{D0B93052-57C7-4225-A69A-348BE7CB3A0F}" dt="2020-01-19T15:46:08.171" v="407" actId="20577"/>
        <pc:sldMkLst>
          <pc:docMk/>
          <pc:sldMk cId="4187056559" sldId="300"/>
        </pc:sldMkLst>
        <pc:spChg chg="mod">
          <ac:chgData name="Kenneth Graf" userId="d1890dd4-deb6-4a9b-a156-5113ac77bda8" providerId="ADAL" clId="{D0B93052-57C7-4225-A69A-348BE7CB3A0F}" dt="2020-01-19T15:45:21.177" v="399" actId="20577"/>
          <ac:spMkLst>
            <pc:docMk/>
            <pc:sldMk cId="4187056559" sldId="300"/>
            <ac:spMk id="3" creationId="{00000000-0000-0000-0000-000000000000}"/>
          </ac:spMkLst>
        </pc:spChg>
      </pc:sldChg>
      <pc:sldChg chg="addSp modSp add">
        <pc:chgData name="Kenneth Graf" userId="d1890dd4-deb6-4a9b-a156-5113ac77bda8" providerId="ADAL" clId="{D0B93052-57C7-4225-A69A-348BE7CB3A0F}" dt="2020-01-09T05:17:34.589" v="4"/>
        <pc:sldMkLst>
          <pc:docMk/>
          <pc:sldMk cId="657534168" sldId="301"/>
        </pc:sldMkLst>
        <pc:spChg chg="add mod">
          <ac:chgData name="Kenneth Graf" userId="d1890dd4-deb6-4a9b-a156-5113ac77bda8" providerId="ADAL" clId="{D0B93052-57C7-4225-A69A-348BE7CB3A0F}" dt="2020-01-09T05:17:34.589" v="4"/>
          <ac:spMkLst>
            <pc:docMk/>
            <pc:sldMk cId="657534168" sldId="301"/>
            <ac:spMk id="4" creationId="{EAC8CD22-F4FA-4F69-8E95-E229A62154F7}"/>
          </ac:spMkLst>
        </pc:spChg>
      </pc:sldChg>
      <pc:sldChg chg="addSp delSp modSp add">
        <pc:chgData name="Kenneth Graf" userId="d1890dd4-deb6-4a9b-a156-5113ac77bda8" providerId="ADAL" clId="{D0B93052-57C7-4225-A69A-348BE7CB3A0F}" dt="2020-01-19T14:36:11.074" v="262" actId="1076"/>
        <pc:sldMkLst>
          <pc:docMk/>
          <pc:sldMk cId="1629709179" sldId="302"/>
        </pc:sldMkLst>
        <pc:spChg chg="add del mod">
          <ac:chgData name="Kenneth Graf" userId="d1890dd4-deb6-4a9b-a156-5113ac77bda8" providerId="ADAL" clId="{D0B93052-57C7-4225-A69A-348BE7CB3A0F}" dt="2020-01-19T14:35:59.538" v="260" actId="478"/>
          <ac:spMkLst>
            <pc:docMk/>
            <pc:sldMk cId="1629709179" sldId="302"/>
            <ac:spMk id="4" creationId="{30D7953A-4BCC-404A-902E-2DC1EE2417C9}"/>
          </ac:spMkLst>
        </pc:spChg>
        <pc:picChg chg="mod">
          <ac:chgData name="Kenneth Graf" userId="d1890dd4-deb6-4a9b-a156-5113ac77bda8" providerId="ADAL" clId="{D0B93052-57C7-4225-A69A-348BE7CB3A0F}" dt="2020-01-19T14:36:11.074" v="262" actId="1076"/>
          <ac:picMkLst>
            <pc:docMk/>
            <pc:sldMk cId="1629709179" sldId="302"/>
            <ac:picMk id="13314" creationId="{00000000-0000-0000-0000-000000000000}"/>
          </ac:picMkLst>
        </pc:picChg>
      </pc:sldChg>
      <pc:sldChg chg="addSp delSp modSp add ord modNotesTx">
        <pc:chgData name="Kenneth Graf" userId="d1890dd4-deb6-4a9b-a156-5113ac77bda8" providerId="ADAL" clId="{D0B93052-57C7-4225-A69A-348BE7CB3A0F}" dt="2020-01-19T14:38:31.609" v="270" actId="20577"/>
        <pc:sldMkLst>
          <pc:docMk/>
          <pc:sldMk cId="694385555" sldId="303"/>
        </pc:sldMkLst>
        <pc:spChg chg="add del mod">
          <ac:chgData name="Kenneth Graf" userId="d1890dd4-deb6-4a9b-a156-5113ac77bda8" providerId="ADAL" clId="{D0B93052-57C7-4225-A69A-348BE7CB3A0F}" dt="2020-01-19T14:36:30.778" v="265" actId="478"/>
          <ac:spMkLst>
            <pc:docMk/>
            <pc:sldMk cId="694385555" sldId="303"/>
            <ac:spMk id="3" creationId="{1A9E2133-B2E2-4A33-B315-4CB0B504852B}"/>
          </ac:spMkLst>
        </pc:spChg>
        <pc:picChg chg="mod">
          <ac:chgData name="Kenneth Graf" userId="d1890dd4-deb6-4a9b-a156-5113ac77bda8" providerId="ADAL" clId="{D0B93052-57C7-4225-A69A-348BE7CB3A0F}" dt="2020-01-19T14:36:44.309" v="268" actId="1076"/>
          <ac:picMkLst>
            <pc:docMk/>
            <pc:sldMk cId="694385555" sldId="303"/>
            <ac:picMk id="14338" creationId="{00000000-0000-0000-0000-000000000000}"/>
          </ac:picMkLst>
        </pc:picChg>
      </pc:sldChg>
      <pc:sldChg chg="add del">
        <pc:chgData name="Kenneth Graf" userId="d1890dd4-deb6-4a9b-a156-5113ac77bda8" providerId="ADAL" clId="{D0B93052-57C7-4225-A69A-348BE7CB3A0F}" dt="2020-01-19T14:38:45.060" v="271" actId="47"/>
        <pc:sldMkLst>
          <pc:docMk/>
          <pc:sldMk cId="3744061211" sldId="304"/>
        </pc:sldMkLst>
      </pc:sldChg>
      <pc:sldChg chg="addSp delSp modSp add del">
        <pc:chgData name="Kenneth Graf" userId="d1890dd4-deb6-4a9b-a156-5113ac77bda8" providerId="ADAL" clId="{D0B93052-57C7-4225-A69A-348BE7CB3A0F}" dt="2020-01-19T14:16:14.985" v="11" actId="47"/>
        <pc:sldMkLst>
          <pc:docMk/>
          <pc:sldMk cId="40224841" sldId="305"/>
        </pc:sldMkLst>
        <pc:spChg chg="del">
          <ac:chgData name="Kenneth Graf" userId="d1890dd4-deb6-4a9b-a156-5113ac77bda8" providerId="ADAL" clId="{D0B93052-57C7-4225-A69A-348BE7CB3A0F}" dt="2020-01-09T05:17:34.589" v="4"/>
          <ac:spMkLst>
            <pc:docMk/>
            <pc:sldMk cId="40224841" sldId="305"/>
            <ac:spMk id="2" creationId="{00000000-0000-0000-0000-000000000000}"/>
          </ac:spMkLst>
        </pc:spChg>
        <pc:spChg chg="add mod">
          <ac:chgData name="Kenneth Graf" userId="d1890dd4-deb6-4a9b-a156-5113ac77bda8" providerId="ADAL" clId="{D0B93052-57C7-4225-A69A-348BE7CB3A0F}" dt="2020-01-09T05:17:34.589" v="4"/>
          <ac:spMkLst>
            <pc:docMk/>
            <pc:sldMk cId="40224841" sldId="305"/>
            <ac:spMk id="3" creationId="{4E231FB2-8703-4A44-AC4B-1CFD6D74CF9B}"/>
          </ac:spMkLst>
        </pc:spChg>
      </pc:sldChg>
      <pc:sldChg chg="add ord modNotesTx">
        <pc:chgData name="Kenneth Graf" userId="d1890dd4-deb6-4a9b-a156-5113ac77bda8" providerId="ADAL" clId="{D0B93052-57C7-4225-A69A-348BE7CB3A0F}" dt="2020-01-19T14:32:45.259" v="211" actId="20577"/>
        <pc:sldMkLst>
          <pc:docMk/>
          <pc:sldMk cId="2994684562" sldId="306"/>
        </pc:sldMkLst>
      </pc:sldChg>
      <pc:sldChg chg="addSp delSp modSp add">
        <pc:chgData name="Kenneth Graf" userId="d1890dd4-deb6-4a9b-a156-5113ac77bda8" providerId="ADAL" clId="{D0B93052-57C7-4225-A69A-348BE7CB3A0F}" dt="2020-01-09T05:17:34.589" v="4"/>
        <pc:sldMkLst>
          <pc:docMk/>
          <pc:sldMk cId="3641167352" sldId="307"/>
        </pc:sldMkLst>
        <pc:spChg chg="del">
          <ac:chgData name="Kenneth Graf" userId="d1890dd4-deb6-4a9b-a156-5113ac77bda8" providerId="ADAL" clId="{D0B93052-57C7-4225-A69A-348BE7CB3A0F}" dt="2020-01-09T05:17:34.589" v="4"/>
          <ac:spMkLst>
            <pc:docMk/>
            <pc:sldMk cId="3641167352" sldId="307"/>
            <ac:spMk id="2" creationId="{BF85E814-846D-45FA-9626-1B379B7FBDC0}"/>
          </ac:spMkLst>
        </pc:spChg>
        <pc:spChg chg="del">
          <ac:chgData name="Kenneth Graf" userId="d1890dd4-deb6-4a9b-a156-5113ac77bda8" providerId="ADAL" clId="{D0B93052-57C7-4225-A69A-348BE7CB3A0F}" dt="2020-01-09T05:17:34.589" v="4"/>
          <ac:spMkLst>
            <pc:docMk/>
            <pc:sldMk cId="3641167352" sldId="307"/>
            <ac:spMk id="3" creationId="{CEDED930-A60F-4FE8-8E7A-D3613445BC61}"/>
          </ac:spMkLst>
        </pc:spChg>
        <pc:spChg chg="add mod">
          <ac:chgData name="Kenneth Graf" userId="d1890dd4-deb6-4a9b-a156-5113ac77bda8" providerId="ADAL" clId="{D0B93052-57C7-4225-A69A-348BE7CB3A0F}" dt="2020-01-09T05:17:34.589" v="4"/>
          <ac:spMkLst>
            <pc:docMk/>
            <pc:sldMk cId="3641167352" sldId="307"/>
            <ac:spMk id="6" creationId="{0C242485-C229-4715-977D-8DEA09D872DC}"/>
          </ac:spMkLst>
        </pc:spChg>
        <pc:spChg chg="add mod">
          <ac:chgData name="Kenneth Graf" userId="d1890dd4-deb6-4a9b-a156-5113ac77bda8" providerId="ADAL" clId="{D0B93052-57C7-4225-A69A-348BE7CB3A0F}" dt="2020-01-09T05:17:34.589" v="4"/>
          <ac:spMkLst>
            <pc:docMk/>
            <pc:sldMk cId="3641167352" sldId="307"/>
            <ac:spMk id="7" creationId="{3753A391-7204-4B06-B9FA-8977D4A6863F}"/>
          </ac:spMkLst>
        </pc:spChg>
      </pc:sldChg>
      <pc:sldChg chg="addSp delSp modSp add ord">
        <pc:chgData name="Kenneth Graf" userId="d1890dd4-deb6-4a9b-a156-5113ac77bda8" providerId="ADAL" clId="{D0B93052-57C7-4225-A69A-348BE7CB3A0F}" dt="2020-01-19T14:31:54.365" v="204"/>
        <pc:sldMkLst>
          <pc:docMk/>
          <pc:sldMk cId="953777404" sldId="308"/>
        </pc:sldMkLst>
        <pc:spChg chg="del">
          <ac:chgData name="Kenneth Graf" userId="d1890dd4-deb6-4a9b-a156-5113ac77bda8" providerId="ADAL" clId="{D0B93052-57C7-4225-A69A-348BE7CB3A0F}" dt="2020-01-09T05:17:34.589" v="4"/>
          <ac:spMkLst>
            <pc:docMk/>
            <pc:sldMk cId="953777404" sldId="308"/>
            <ac:spMk id="2" creationId="{00000000-0000-0000-0000-000000000000}"/>
          </ac:spMkLst>
        </pc:spChg>
        <pc:spChg chg="del">
          <ac:chgData name="Kenneth Graf" userId="d1890dd4-deb6-4a9b-a156-5113ac77bda8" providerId="ADAL" clId="{D0B93052-57C7-4225-A69A-348BE7CB3A0F}" dt="2020-01-09T05:17:34.589" v="4"/>
          <ac:spMkLst>
            <pc:docMk/>
            <pc:sldMk cId="953777404" sldId="308"/>
            <ac:spMk id="3" creationId="{00000000-0000-0000-0000-000000000000}"/>
          </ac:spMkLst>
        </pc:spChg>
        <pc:spChg chg="add mod">
          <ac:chgData name="Kenneth Graf" userId="d1890dd4-deb6-4a9b-a156-5113ac77bda8" providerId="ADAL" clId="{D0B93052-57C7-4225-A69A-348BE7CB3A0F}" dt="2020-01-09T05:17:34.589" v="4"/>
          <ac:spMkLst>
            <pc:docMk/>
            <pc:sldMk cId="953777404" sldId="308"/>
            <ac:spMk id="4" creationId="{D61B20A1-AF5D-4818-8692-0F17F796A210}"/>
          </ac:spMkLst>
        </pc:spChg>
        <pc:spChg chg="add mod">
          <ac:chgData name="Kenneth Graf" userId="d1890dd4-deb6-4a9b-a156-5113ac77bda8" providerId="ADAL" clId="{D0B93052-57C7-4225-A69A-348BE7CB3A0F}" dt="2020-01-09T05:17:34.589" v="4"/>
          <ac:spMkLst>
            <pc:docMk/>
            <pc:sldMk cId="953777404" sldId="308"/>
            <ac:spMk id="5" creationId="{305476B9-7EF0-4D0C-96A4-75BBD921EAF9}"/>
          </ac:spMkLst>
        </pc:spChg>
      </pc:sldChg>
      <pc:sldChg chg="modSp add del">
        <pc:chgData name="Kenneth Graf" userId="d1890dd4-deb6-4a9b-a156-5113ac77bda8" providerId="ADAL" clId="{D0B93052-57C7-4225-A69A-348BE7CB3A0F}" dt="2020-01-19T14:21:05.472" v="13" actId="47"/>
        <pc:sldMkLst>
          <pc:docMk/>
          <pc:sldMk cId="2844063631" sldId="309"/>
        </pc:sldMkLst>
        <pc:spChg chg="mod">
          <ac:chgData name="Kenneth Graf" userId="d1890dd4-deb6-4a9b-a156-5113ac77bda8" providerId="ADAL" clId="{D0B93052-57C7-4225-A69A-348BE7CB3A0F}" dt="2020-01-09T05:17:27.360" v="2" actId="27636"/>
          <ac:spMkLst>
            <pc:docMk/>
            <pc:sldMk cId="2844063631" sldId="309"/>
            <ac:spMk id="3" creationId="{00000000-0000-0000-0000-000000000000}"/>
          </ac:spMkLst>
        </pc:spChg>
      </pc:sldChg>
      <pc:sldChg chg="add del">
        <pc:chgData name="Kenneth Graf" userId="d1890dd4-deb6-4a9b-a156-5113ac77bda8" providerId="ADAL" clId="{D0B93052-57C7-4225-A69A-348BE7CB3A0F}" dt="2020-01-19T14:21:12.192" v="14" actId="47"/>
        <pc:sldMkLst>
          <pc:docMk/>
          <pc:sldMk cId="298252704" sldId="310"/>
        </pc:sldMkLst>
      </pc:sldChg>
      <pc:sldChg chg="add del">
        <pc:chgData name="Kenneth Graf" userId="d1890dd4-deb6-4a9b-a156-5113ac77bda8" providerId="ADAL" clId="{D0B93052-57C7-4225-A69A-348BE7CB3A0F}" dt="2020-01-19T14:21:14.297" v="15" actId="47"/>
        <pc:sldMkLst>
          <pc:docMk/>
          <pc:sldMk cId="1411302047" sldId="311"/>
        </pc:sldMkLst>
      </pc:sldChg>
      <pc:sldChg chg="add del">
        <pc:chgData name="Kenneth Graf" userId="d1890dd4-deb6-4a9b-a156-5113ac77bda8" providerId="ADAL" clId="{D0B93052-57C7-4225-A69A-348BE7CB3A0F}" dt="2020-01-19T14:21:17.811" v="16" actId="47"/>
        <pc:sldMkLst>
          <pc:docMk/>
          <pc:sldMk cId="2248557800" sldId="312"/>
        </pc:sldMkLst>
      </pc:sldChg>
      <pc:sldChg chg="add">
        <pc:chgData name="Kenneth Graf" userId="d1890dd4-deb6-4a9b-a156-5113ac77bda8" providerId="ADAL" clId="{D0B93052-57C7-4225-A69A-348BE7CB3A0F}" dt="2020-01-19T14:43:47.077" v="272"/>
        <pc:sldMkLst>
          <pc:docMk/>
          <pc:sldMk cId="1820138324" sldId="340"/>
        </pc:sldMkLst>
      </pc:sldChg>
      <pc:sldChg chg="add">
        <pc:chgData name="Kenneth Graf" userId="d1890dd4-deb6-4a9b-a156-5113ac77bda8" providerId="ADAL" clId="{D0B93052-57C7-4225-A69A-348BE7CB3A0F}" dt="2020-01-19T14:43:47.077" v="272"/>
        <pc:sldMkLst>
          <pc:docMk/>
          <pc:sldMk cId="658808536" sldId="341"/>
        </pc:sldMkLst>
      </pc:sldChg>
      <pc:sldChg chg="add">
        <pc:chgData name="Kenneth Graf" userId="d1890dd4-deb6-4a9b-a156-5113ac77bda8" providerId="ADAL" clId="{D0B93052-57C7-4225-A69A-348BE7CB3A0F}" dt="2020-01-19T14:43:47.077" v="272"/>
        <pc:sldMkLst>
          <pc:docMk/>
          <pc:sldMk cId="4093469920" sldId="342"/>
        </pc:sldMkLst>
      </pc:sldChg>
      <pc:sldChg chg="add">
        <pc:chgData name="Kenneth Graf" userId="d1890dd4-deb6-4a9b-a156-5113ac77bda8" providerId="ADAL" clId="{D0B93052-57C7-4225-A69A-348BE7CB3A0F}" dt="2020-01-19T14:43:47.077" v="272"/>
        <pc:sldMkLst>
          <pc:docMk/>
          <pc:sldMk cId="540615885" sldId="343"/>
        </pc:sldMkLst>
      </pc:sldChg>
      <pc:sldChg chg="add del">
        <pc:chgData name="Kenneth Graf" userId="d1890dd4-deb6-4a9b-a156-5113ac77bda8" providerId="ADAL" clId="{D0B93052-57C7-4225-A69A-348BE7CB3A0F}" dt="2020-01-19T14:44:55.806" v="273" actId="2696"/>
        <pc:sldMkLst>
          <pc:docMk/>
          <pc:sldMk cId="1272296810" sldId="345"/>
        </pc:sldMkLst>
      </pc:sldChg>
      <pc:sldChg chg="add del">
        <pc:chgData name="Kenneth Graf" userId="d1890dd4-deb6-4a9b-a156-5113ac77bda8" providerId="ADAL" clId="{D0B93052-57C7-4225-A69A-348BE7CB3A0F}" dt="2020-01-19T14:46:06.825" v="277" actId="2696"/>
        <pc:sldMkLst>
          <pc:docMk/>
          <pc:sldMk cId="1722772857" sldId="345"/>
        </pc:sldMkLst>
      </pc:sldChg>
      <pc:sldChg chg="add del">
        <pc:chgData name="Kenneth Graf" userId="d1890dd4-deb6-4a9b-a156-5113ac77bda8" providerId="ADAL" clId="{D0B93052-57C7-4225-A69A-348BE7CB3A0F}" dt="2020-01-19T14:46:06.825" v="277" actId="2696"/>
        <pc:sldMkLst>
          <pc:docMk/>
          <pc:sldMk cId="2480713583" sldId="346"/>
        </pc:sldMkLst>
      </pc:sldChg>
      <pc:sldChg chg="add del">
        <pc:chgData name="Kenneth Graf" userId="d1890dd4-deb6-4a9b-a156-5113ac77bda8" providerId="ADAL" clId="{D0B93052-57C7-4225-A69A-348BE7CB3A0F}" dt="2020-01-19T14:44:55.806" v="273" actId="2696"/>
        <pc:sldMkLst>
          <pc:docMk/>
          <pc:sldMk cId="3770658668" sldId="346"/>
        </pc:sldMkLst>
      </pc:sldChg>
      <pc:sldChg chg="modSp add del ord">
        <pc:chgData name="Kenneth Graf" userId="d1890dd4-deb6-4a9b-a156-5113ac77bda8" providerId="ADAL" clId="{D0B93052-57C7-4225-A69A-348BE7CB3A0F}" dt="2020-01-19T15:39:01.137" v="327" actId="47"/>
        <pc:sldMkLst>
          <pc:docMk/>
          <pc:sldMk cId="2428426141" sldId="347"/>
        </pc:sldMkLst>
        <pc:spChg chg="mod">
          <ac:chgData name="Kenneth Graf" userId="d1890dd4-deb6-4a9b-a156-5113ac77bda8" providerId="ADAL" clId="{D0B93052-57C7-4225-A69A-348BE7CB3A0F}" dt="2020-01-19T15:38:06.840" v="279" actId="21"/>
          <ac:spMkLst>
            <pc:docMk/>
            <pc:sldMk cId="2428426141" sldId="347"/>
            <ac:spMk id="3" creationId="{D867013A-9956-4EF3-B676-48E4D2CF0039}"/>
          </ac:spMkLst>
        </pc:spChg>
      </pc:sldChg>
      <pc:sldChg chg="add">
        <pc:chgData name="Kenneth Graf" userId="d1890dd4-deb6-4a9b-a156-5113ac77bda8" providerId="ADAL" clId="{D0B93052-57C7-4225-A69A-348BE7CB3A0F}" dt="2020-01-19T14:43:47.077" v="272"/>
        <pc:sldMkLst>
          <pc:docMk/>
          <pc:sldMk cId="560624556" sldId="348"/>
        </pc:sldMkLst>
      </pc:sldChg>
      <pc:sldChg chg="add">
        <pc:chgData name="Kenneth Graf" userId="d1890dd4-deb6-4a9b-a156-5113ac77bda8" providerId="ADAL" clId="{D0B93052-57C7-4225-A69A-348BE7CB3A0F}" dt="2020-01-19T14:43:47.077" v="272"/>
        <pc:sldMkLst>
          <pc:docMk/>
          <pc:sldMk cId="3632957069" sldId="349"/>
        </pc:sldMkLst>
      </pc:sldChg>
      <pc:sldChg chg="add">
        <pc:chgData name="Kenneth Graf" userId="d1890dd4-deb6-4a9b-a156-5113ac77bda8" providerId="ADAL" clId="{D0B93052-57C7-4225-A69A-348BE7CB3A0F}" dt="2020-01-19T14:43:47.077" v="272"/>
        <pc:sldMkLst>
          <pc:docMk/>
          <pc:sldMk cId="3519548398" sldId="350"/>
        </pc:sldMkLst>
      </pc:sldChg>
      <pc:sldChg chg="add">
        <pc:chgData name="Kenneth Graf" userId="d1890dd4-deb6-4a9b-a156-5113ac77bda8" providerId="ADAL" clId="{D0B93052-57C7-4225-A69A-348BE7CB3A0F}" dt="2020-01-19T14:43:47.077" v="272"/>
        <pc:sldMkLst>
          <pc:docMk/>
          <pc:sldMk cId="3115975290" sldId="365"/>
        </pc:sldMkLst>
      </pc:sldChg>
      <pc:sldChg chg="add">
        <pc:chgData name="Kenneth Graf" userId="d1890dd4-deb6-4a9b-a156-5113ac77bda8" providerId="ADAL" clId="{D0B93052-57C7-4225-A69A-348BE7CB3A0F}" dt="2020-01-19T14:43:47.077" v="272"/>
        <pc:sldMkLst>
          <pc:docMk/>
          <pc:sldMk cId="1628189974" sldId="366"/>
        </pc:sldMkLst>
      </pc:sldChg>
      <pc:sldChg chg="add">
        <pc:chgData name="Kenneth Graf" userId="d1890dd4-deb6-4a9b-a156-5113ac77bda8" providerId="ADAL" clId="{D0B93052-57C7-4225-A69A-348BE7CB3A0F}" dt="2020-01-19T14:43:47.077" v="272"/>
        <pc:sldMkLst>
          <pc:docMk/>
          <pc:sldMk cId="1135028754" sldId="367"/>
        </pc:sldMkLst>
      </pc:sldChg>
      <pc:sldChg chg="addSp delSp modSp add modNotesTx">
        <pc:chgData name="Kenneth Graf" userId="d1890dd4-deb6-4a9b-a156-5113ac77bda8" providerId="ADAL" clId="{D0B93052-57C7-4225-A69A-348BE7CB3A0F}" dt="2020-01-19T15:43:13.424" v="382" actId="20577"/>
        <pc:sldMkLst>
          <pc:docMk/>
          <pc:sldMk cId="1903364528" sldId="368"/>
        </pc:sldMkLst>
        <pc:spChg chg="del">
          <ac:chgData name="Kenneth Graf" userId="d1890dd4-deb6-4a9b-a156-5113ac77bda8" providerId="ADAL" clId="{D0B93052-57C7-4225-A69A-348BE7CB3A0F}" dt="2020-01-19T15:42:04.710" v="329"/>
          <ac:spMkLst>
            <pc:docMk/>
            <pc:sldMk cId="1903364528" sldId="368"/>
            <ac:spMk id="3" creationId="{2877D216-6AB3-4926-8A86-2E24688CB7F5}"/>
          </ac:spMkLst>
        </pc:spChg>
        <pc:picChg chg="add mod">
          <ac:chgData name="Kenneth Graf" userId="d1890dd4-deb6-4a9b-a156-5113ac77bda8" providerId="ADAL" clId="{D0B93052-57C7-4225-A69A-348BE7CB3A0F}" dt="2020-01-19T15:42:16.831" v="332" actId="1076"/>
          <ac:picMkLst>
            <pc:docMk/>
            <pc:sldMk cId="1903364528" sldId="368"/>
            <ac:picMk id="4" creationId="{8EC219D2-4203-45C1-B789-206E99649620}"/>
          </ac:picMkLst>
        </pc:picChg>
      </pc:sldChg>
    </pc:docChg>
  </pc:docChgLst>
  <pc:docChgLst>
    <pc:chgData name="Kenneth" userId="d1890dd4-deb6-4a9b-a156-5113ac77bda8" providerId="ADAL" clId="{F8B7D116-9771-48BE-90F1-C553FBF79DF1}"/>
    <pc:docChg chg="delSld">
      <pc:chgData name="Kenneth" userId="d1890dd4-deb6-4a9b-a156-5113ac77bda8" providerId="ADAL" clId="{F8B7D116-9771-48BE-90F1-C553FBF79DF1}" dt="2020-03-09T13:51:13.258" v="0" actId="47"/>
      <pc:docMkLst>
        <pc:docMk/>
      </pc:docMkLst>
      <pc:sldChg chg="del">
        <pc:chgData name="Kenneth" userId="d1890dd4-deb6-4a9b-a156-5113ac77bda8" providerId="ADAL" clId="{F8B7D116-9771-48BE-90F1-C553FBF79DF1}" dt="2020-03-09T13:51:13.258" v="0" actId="47"/>
        <pc:sldMkLst>
          <pc:docMk/>
          <pc:sldMk cId="953777404" sldId="308"/>
        </pc:sldMkLst>
      </pc:sldChg>
    </pc:docChg>
  </pc:docChgLst>
  <pc:docChgLst>
    <pc:chgData name="Graf, Kenneth" userId="S::kmh722@unh.edu::d1890dd4-deb6-4a9b-a156-5113ac77bda8" providerId="AD" clId="Web-{15B48AD9-952F-1689-2E51-1341B800F4F6}"/>
    <pc:docChg chg="modSld">
      <pc:chgData name="Graf, Kenneth" userId="S::kmh722@unh.edu::d1890dd4-deb6-4a9b-a156-5113ac77bda8" providerId="AD" clId="Web-{15B48AD9-952F-1689-2E51-1341B800F4F6}" dt="2020-02-02T01:37:36.735" v="44" actId="1076"/>
      <pc:docMkLst>
        <pc:docMk/>
      </pc:docMkLst>
      <pc:sldChg chg="modSp">
        <pc:chgData name="Graf, Kenneth" userId="S::kmh722@unh.edu::d1890dd4-deb6-4a9b-a156-5113ac77bda8" providerId="AD" clId="Web-{15B48AD9-952F-1689-2E51-1341B800F4F6}" dt="2020-02-02T01:37:36.735" v="44" actId="1076"/>
        <pc:sldMkLst>
          <pc:docMk/>
          <pc:sldMk cId="960580335" sldId="290"/>
        </pc:sldMkLst>
        <pc:picChg chg="mod">
          <ac:chgData name="Graf, Kenneth" userId="S::kmh722@unh.edu::d1890dd4-deb6-4a9b-a156-5113ac77bda8" providerId="AD" clId="Web-{15B48AD9-952F-1689-2E51-1341B800F4F6}" dt="2020-02-02T01:37:36.735" v="44" actId="1076"/>
          <ac:picMkLst>
            <pc:docMk/>
            <pc:sldMk cId="960580335" sldId="290"/>
            <ac:picMk id="4"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A8F3AA64-1AA2-40FC-9C4D-FF0C9CC41531}" type="datetimeFigureOut">
              <a:rPr lang="en-US" smtClean="0"/>
              <a:t>3/9/2020</a:t>
            </a:fld>
            <a:endParaRPr lang="en-US" dirty="0"/>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EBE13BA3-2BF5-478F-8F09-F40177E242D0}" type="slidenum">
              <a:rPr lang="en-US" smtClean="0"/>
              <a:t>‹#›</a:t>
            </a:fld>
            <a:endParaRPr lang="en-US" dirty="0"/>
          </a:p>
        </p:txBody>
      </p:sp>
    </p:spTree>
    <p:extLst>
      <p:ext uri="{BB962C8B-B14F-4D97-AF65-F5344CB8AC3E}">
        <p14:creationId xmlns:p14="http://schemas.microsoft.com/office/powerpoint/2010/main" val="45420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asd.gov.au/publications/Mitigation_Strategies_2014.pdf"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bsimm.com/"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www.opensamm.org/2011/03/bsimm-activities-mapped-to-samm/"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bsimm.com/"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2</a:t>
            </a:fld>
            <a:endParaRPr lang="en-US"/>
          </a:p>
        </p:txBody>
      </p:sp>
    </p:spTree>
    <p:extLst>
      <p:ext uri="{BB962C8B-B14F-4D97-AF65-F5344CB8AC3E}">
        <p14:creationId xmlns:p14="http://schemas.microsoft.com/office/powerpoint/2010/main" val="2699421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http://www.asd.gov.au/publications/Mitigation_Strategies_2014.pdf</a:t>
            </a:r>
            <a:r>
              <a:rPr lang="en-US" dirty="0"/>
              <a:t> </a:t>
            </a:r>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3</a:t>
            </a:fld>
            <a:endParaRPr lang="en-US"/>
          </a:p>
        </p:txBody>
      </p:sp>
    </p:spTree>
    <p:extLst>
      <p:ext uri="{BB962C8B-B14F-4D97-AF65-F5344CB8AC3E}">
        <p14:creationId xmlns:p14="http://schemas.microsoft.com/office/powerpoint/2010/main" val="2184941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a:t>
            </a:r>
            <a:r>
              <a:rPr lang="en-US" baseline="0" dirty="0"/>
              <a:t> do you first?  Typical first compliance, then governance, then Risk</a:t>
            </a:r>
          </a:p>
          <a:p>
            <a:endParaRPr lang="en-US" baseline="0" dirty="0"/>
          </a:p>
          <a:p>
            <a:r>
              <a:rPr lang="en-US" baseline="0" dirty="0"/>
              <a:t>Drivers: 	reducing total cost,</a:t>
            </a:r>
          </a:p>
          <a:p>
            <a:r>
              <a:rPr lang="en-US" baseline="0" dirty="0"/>
              <a:t>	providing greater visibility</a:t>
            </a:r>
          </a:p>
          <a:p>
            <a:r>
              <a:rPr lang="en-US" baseline="0" dirty="0"/>
              <a:t>	improving decision-making</a:t>
            </a:r>
          </a:p>
          <a:p>
            <a:r>
              <a:rPr lang="en-US" baseline="0" dirty="0"/>
              <a:t>	mitigating technical and operational risks</a:t>
            </a:r>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4</a:t>
            </a:fld>
            <a:endParaRPr lang="en-US"/>
          </a:p>
        </p:txBody>
      </p:sp>
    </p:spTree>
    <p:extLst>
      <p:ext uri="{BB962C8B-B14F-4D97-AF65-F5344CB8AC3E}">
        <p14:creationId xmlns:p14="http://schemas.microsoft.com/office/powerpoint/2010/main" val="1561555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5</a:t>
            </a:fld>
            <a:endParaRPr lang="en-US"/>
          </a:p>
        </p:txBody>
      </p:sp>
    </p:spTree>
    <p:extLst>
      <p:ext uri="{BB962C8B-B14F-4D97-AF65-F5344CB8AC3E}">
        <p14:creationId xmlns:p14="http://schemas.microsoft.com/office/powerpoint/2010/main" val="2072257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The Building</a:t>
            </a:r>
            <a:r>
              <a:rPr lang="en-US" baseline="0" dirty="0">
                <a:hlinkClick r:id="rId3"/>
              </a:rPr>
              <a:t> Security in Maturity Model</a:t>
            </a:r>
          </a:p>
          <a:p>
            <a:endParaRPr lang="en-US" dirty="0">
              <a:hlinkClick r:id="" action="ppaction://noaction"/>
            </a:endParaRPr>
          </a:p>
          <a:p>
            <a:r>
              <a:rPr lang="en-US" dirty="0">
                <a:hlinkClick r:id="" action="ppaction://noaction"/>
              </a:rPr>
              <a:t>http://bsimm.com/</a:t>
            </a:r>
            <a:endParaRPr lang="en-US" dirty="0"/>
          </a:p>
          <a:p>
            <a:endParaRPr lang="en-US" dirty="0"/>
          </a:p>
          <a:p>
            <a:r>
              <a:rPr lang="en-US" dirty="0" err="1"/>
              <a:t>OpenSamm</a:t>
            </a:r>
            <a:r>
              <a:rPr lang="en-US" dirty="0"/>
              <a:t> maps BSIMM’s 110 to 72 activities</a:t>
            </a:r>
          </a:p>
          <a:p>
            <a:r>
              <a:rPr lang="en-US" dirty="0">
                <a:hlinkClick r:id="rId4"/>
              </a:rPr>
              <a:t>http://www.opensamm.org/2011/03/bsimm-activities-mapped-to-samm/</a:t>
            </a:r>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10</a:t>
            </a:fld>
            <a:endParaRPr lang="en-US"/>
          </a:p>
        </p:txBody>
      </p:sp>
    </p:spTree>
    <p:extLst>
      <p:ext uri="{BB962C8B-B14F-4D97-AF65-F5344CB8AC3E}">
        <p14:creationId xmlns:p14="http://schemas.microsoft.com/office/powerpoint/2010/main" val="2361188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security</a:t>
            </a:r>
            <a:r>
              <a:rPr lang="en-US" baseline="0" dirty="0"/>
              <a:t> in maturity model</a:t>
            </a:r>
          </a:p>
          <a:p>
            <a:r>
              <a:rPr lang="en-US">
                <a:hlinkClick r:id="rId3"/>
              </a:rPr>
              <a:t>http://bsimm.com/</a:t>
            </a:r>
            <a:endParaRPr lang="en-US"/>
          </a:p>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11</a:t>
            </a:fld>
            <a:endParaRPr lang="en-US"/>
          </a:p>
        </p:txBody>
      </p:sp>
    </p:spTree>
    <p:extLst>
      <p:ext uri="{BB962C8B-B14F-4D97-AF65-F5344CB8AC3E}">
        <p14:creationId xmlns:p14="http://schemas.microsoft.com/office/powerpoint/2010/main" val="3597025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Prohibited</a:t>
            </a:r>
          </a:p>
          <a:p>
            <a:r>
              <a:rPr lang="en-US" dirty="0"/>
              <a:t>impedes, interferes with, impairs, or otherwise causes harm to the activities of others</a:t>
            </a:r>
          </a:p>
          <a:p>
            <a:r>
              <a:rPr lang="en-US" dirty="0"/>
              <a:t>inconsistent with the University's non-profit status</a:t>
            </a:r>
          </a:p>
          <a:p>
            <a:r>
              <a:rPr lang="en-US" dirty="0"/>
              <a:t>suggests University endorsement of any political candidate or ballot initiative</a:t>
            </a:r>
          </a:p>
          <a:p>
            <a:r>
              <a:rPr lang="en-US" dirty="0"/>
              <a:t>harassing or threatening use</a:t>
            </a:r>
          </a:p>
          <a:p>
            <a:r>
              <a:rPr lang="en-US" dirty="0"/>
              <a:t>damages the integrity of University or other IT resources</a:t>
            </a:r>
          </a:p>
          <a:p>
            <a:r>
              <a:rPr lang="en-US" dirty="0"/>
              <a:t>	 Attempts to defeat system security</a:t>
            </a:r>
          </a:p>
          <a:p>
            <a:r>
              <a:rPr lang="en-US" dirty="0"/>
              <a:t>	 Unauthorized access or use</a:t>
            </a:r>
          </a:p>
          <a:p>
            <a:r>
              <a:rPr lang="en-US" dirty="0"/>
              <a:t>	 Unauthorized access or use</a:t>
            </a:r>
          </a:p>
          <a:p>
            <a:r>
              <a:rPr lang="en-US" dirty="0"/>
              <a:t>	 Users must not conceal their identity</a:t>
            </a:r>
          </a:p>
          <a:p>
            <a:r>
              <a:rPr lang="en-US" dirty="0"/>
              <a:t>	Distributing computer hoaxes and viruses</a:t>
            </a:r>
          </a:p>
          <a:p>
            <a:r>
              <a:rPr lang="en-US" dirty="0"/>
              <a:t>	Removal of data or equipment</a:t>
            </a:r>
          </a:p>
          <a:p>
            <a:r>
              <a:rPr lang="en-US" dirty="0"/>
              <a:t>Violation of Law</a:t>
            </a:r>
          </a:p>
          <a:p>
            <a:r>
              <a:rPr lang="en-US" dirty="0"/>
              <a:t>	Criminal</a:t>
            </a:r>
          </a:p>
          <a:p>
            <a:r>
              <a:rPr lang="en-US" dirty="0"/>
              <a:t>	Copyright</a:t>
            </a:r>
          </a:p>
          <a:p>
            <a:r>
              <a:rPr lang="en-US" dirty="0"/>
              <a:t>Violation of University contracts</a:t>
            </a:r>
          </a:p>
          <a:p>
            <a:r>
              <a:rPr lang="en-US" dirty="0"/>
              <a:t>Violation of external data network policies</a:t>
            </a:r>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12</a:t>
            </a:fld>
            <a:endParaRPr lang="en-US" dirty="0"/>
          </a:p>
        </p:txBody>
      </p:sp>
    </p:spTree>
    <p:extLst>
      <p:ext uri="{BB962C8B-B14F-4D97-AF65-F5344CB8AC3E}">
        <p14:creationId xmlns:p14="http://schemas.microsoft.com/office/powerpoint/2010/main" val="2099363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13</a:t>
            </a:fld>
            <a:endParaRPr lang="en-US"/>
          </a:p>
        </p:txBody>
      </p:sp>
    </p:spTree>
    <p:extLst>
      <p:ext uri="{BB962C8B-B14F-4D97-AF65-F5344CB8AC3E}">
        <p14:creationId xmlns:p14="http://schemas.microsoft.com/office/powerpoint/2010/main" val="16826467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14</a:t>
            </a:fld>
            <a:endParaRPr lang="en-US"/>
          </a:p>
        </p:txBody>
      </p:sp>
    </p:spTree>
    <p:extLst>
      <p:ext uri="{BB962C8B-B14F-4D97-AF65-F5344CB8AC3E}">
        <p14:creationId xmlns:p14="http://schemas.microsoft.com/office/powerpoint/2010/main" val="2163691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17</a:t>
            </a:fld>
            <a:endParaRPr lang="en-US"/>
          </a:p>
        </p:txBody>
      </p:sp>
    </p:spTree>
    <p:extLst>
      <p:ext uri="{BB962C8B-B14F-4D97-AF65-F5344CB8AC3E}">
        <p14:creationId xmlns:p14="http://schemas.microsoft.com/office/powerpoint/2010/main" val="42231211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18</a:t>
            </a:fld>
            <a:endParaRPr lang="en-US"/>
          </a:p>
        </p:txBody>
      </p:sp>
    </p:spTree>
    <p:extLst>
      <p:ext uri="{BB962C8B-B14F-4D97-AF65-F5344CB8AC3E}">
        <p14:creationId xmlns:p14="http://schemas.microsoft.com/office/powerpoint/2010/main" val="619760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Complexity driven by rapidly expanding capacity needs vs. expense</a:t>
            </a:r>
          </a:p>
          <a:p>
            <a:endParaRPr lang="en-US" dirty="0"/>
          </a:p>
          <a:p>
            <a:r>
              <a:rPr lang="en-US" dirty="0"/>
              <a:t>Continuity teams tend to focus on backup and recovery plans</a:t>
            </a:r>
          </a:p>
          <a:p>
            <a:r>
              <a:rPr lang="en-US" dirty="0"/>
              <a:t>Risk teams prefer to think in terms of reducing exposure</a:t>
            </a:r>
          </a:p>
          <a:p>
            <a:endParaRPr lang="en-US" dirty="0"/>
          </a:p>
          <a:p>
            <a:r>
              <a:rPr lang="en-US" dirty="0"/>
              <a:t>Smaller range of device type as we move to SDN</a:t>
            </a:r>
          </a:p>
        </p:txBody>
      </p:sp>
      <p:sp>
        <p:nvSpPr>
          <p:cNvPr id="4" name="Slide Number Placeholder 3"/>
          <p:cNvSpPr>
            <a:spLocks noGrp="1"/>
          </p:cNvSpPr>
          <p:nvPr>
            <p:ph type="sldNum" sz="quarter" idx="5"/>
          </p:nvPr>
        </p:nvSpPr>
        <p:spPr/>
        <p:txBody>
          <a:bodyPr/>
          <a:lstStyle/>
          <a:p>
            <a:fld id="{EBE13BA3-2BF5-478F-8F09-F40177E242D0}" type="slidenum">
              <a:rPr lang="en-US" smtClean="0"/>
              <a:t>20</a:t>
            </a:fld>
            <a:endParaRPr lang="en-US" dirty="0"/>
          </a:p>
        </p:txBody>
      </p:sp>
    </p:spTree>
    <p:extLst>
      <p:ext uri="{BB962C8B-B14F-4D97-AF65-F5344CB8AC3E}">
        <p14:creationId xmlns:p14="http://schemas.microsoft.com/office/powerpoint/2010/main" val="21023752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a:t>
            </a:r>
          </a:p>
        </p:txBody>
      </p:sp>
      <p:sp>
        <p:nvSpPr>
          <p:cNvPr id="4" name="Slide Number Placeholder 3"/>
          <p:cNvSpPr>
            <a:spLocks noGrp="1"/>
          </p:cNvSpPr>
          <p:nvPr>
            <p:ph type="sldNum" sz="quarter" idx="5"/>
          </p:nvPr>
        </p:nvSpPr>
        <p:spPr/>
        <p:txBody>
          <a:bodyPr/>
          <a:lstStyle/>
          <a:p>
            <a:fld id="{EBE13BA3-2BF5-478F-8F09-F40177E242D0}" type="slidenum">
              <a:rPr lang="en-US" smtClean="0"/>
              <a:t>21</a:t>
            </a:fld>
            <a:endParaRPr lang="en-US" dirty="0"/>
          </a:p>
        </p:txBody>
      </p:sp>
    </p:spTree>
    <p:extLst>
      <p:ext uri="{BB962C8B-B14F-4D97-AF65-F5344CB8AC3E}">
        <p14:creationId xmlns:p14="http://schemas.microsoft.com/office/powerpoint/2010/main" val="981679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Stateful</a:t>
            </a:r>
            <a:r>
              <a:rPr lang="en-US" dirty="0"/>
              <a:t> firewalls</a:t>
            </a:r>
          </a:p>
          <a:p>
            <a:endParaRPr lang="en-US" dirty="0"/>
          </a:p>
          <a:p>
            <a:r>
              <a:rPr lang="en-US" dirty="0"/>
              <a:t>maintain context about active sessions, and use that "state information" to speed packet processing. Any existing network connection can be described by several properties, including source and destination IP address, UDP or TCP ports, and the current stage of the connection's lifetime </a:t>
            </a:r>
          </a:p>
          <a:p>
            <a:endParaRPr lang="en-US" dirty="0"/>
          </a:p>
          <a:p>
            <a:r>
              <a:rPr lang="en-US" dirty="0"/>
              <a:t>Stateless firewalls </a:t>
            </a:r>
          </a:p>
          <a:p>
            <a:endParaRPr lang="en-US" dirty="0"/>
          </a:p>
          <a:p>
            <a:r>
              <a:rPr lang="en-US" dirty="0"/>
              <a:t>require less memory, and can be faster for simple filters that require less time to filter than to look up a session. They may also be necessary for filtering stateless network protocols that have no concept of a session. </a:t>
            </a:r>
          </a:p>
        </p:txBody>
      </p:sp>
      <p:sp>
        <p:nvSpPr>
          <p:cNvPr id="4" name="Slide Number Placeholder 3"/>
          <p:cNvSpPr>
            <a:spLocks noGrp="1"/>
          </p:cNvSpPr>
          <p:nvPr>
            <p:ph type="sldNum" sz="quarter" idx="10"/>
          </p:nvPr>
        </p:nvSpPr>
        <p:spPr/>
        <p:txBody>
          <a:bodyPr/>
          <a:lstStyle/>
          <a:p>
            <a:fld id="{EBE13BA3-2BF5-478F-8F09-F40177E242D0}" type="slidenum">
              <a:rPr lang="en-US" smtClean="0"/>
              <a:t>22</a:t>
            </a:fld>
            <a:endParaRPr lang="en-US"/>
          </a:p>
        </p:txBody>
      </p:sp>
    </p:spTree>
    <p:extLst>
      <p:ext uri="{BB962C8B-B14F-4D97-AF65-F5344CB8AC3E}">
        <p14:creationId xmlns:p14="http://schemas.microsoft.com/office/powerpoint/2010/main" val="588767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24</a:t>
            </a:fld>
            <a:endParaRPr lang="en-US"/>
          </a:p>
        </p:txBody>
      </p:sp>
    </p:spTree>
    <p:extLst>
      <p:ext uri="{BB962C8B-B14F-4D97-AF65-F5344CB8AC3E}">
        <p14:creationId xmlns:p14="http://schemas.microsoft.com/office/powerpoint/2010/main" val="1929580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Easy to say;</a:t>
            </a:r>
            <a:r>
              <a:rPr lang="en-US" baseline="0" dirty="0"/>
              <a:t> very, very, very hard to do.</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25</a:t>
            </a:fld>
            <a:endParaRPr lang="en-US"/>
          </a:p>
        </p:txBody>
      </p:sp>
    </p:spTree>
    <p:extLst>
      <p:ext uri="{BB962C8B-B14F-4D97-AF65-F5344CB8AC3E}">
        <p14:creationId xmlns:p14="http://schemas.microsoft.com/office/powerpoint/2010/main" val="29529276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26</a:t>
            </a:fld>
            <a:endParaRPr lang="en-US"/>
          </a:p>
        </p:txBody>
      </p:sp>
    </p:spTree>
    <p:extLst>
      <p:ext uri="{BB962C8B-B14F-4D97-AF65-F5344CB8AC3E}">
        <p14:creationId xmlns:p14="http://schemas.microsoft.com/office/powerpoint/2010/main" val="30782475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27</a:t>
            </a:fld>
            <a:endParaRPr lang="en-US" dirty="0"/>
          </a:p>
        </p:txBody>
      </p:sp>
    </p:spTree>
    <p:extLst>
      <p:ext uri="{BB962C8B-B14F-4D97-AF65-F5344CB8AC3E}">
        <p14:creationId xmlns:p14="http://schemas.microsoft.com/office/powerpoint/2010/main" val="33971928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proxy</a:t>
            </a:r>
          </a:p>
          <a:p>
            <a:endParaRPr lang="en-US" dirty="0"/>
          </a:p>
          <a:p>
            <a:r>
              <a:rPr lang="en-US" dirty="0"/>
              <a:t>Limit where requests go</a:t>
            </a:r>
          </a:p>
          <a:p>
            <a:r>
              <a:rPr lang="en-US" dirty="0"/>
              <a:t>Limit egress of data</a:t>
            </a:r>
          </a:p>
          <a:p>
            <a:r>
              <a:rPr lang="en-US" dirty="0"/>
              <a:t>Set state for inbound</a:t>
            </a:r>
            <a:r>
              <a:rPr lang="en-US" baseline="0" dirty="0"/>
              <a:t> filtering</a:t>
            </a:r>
          </a:p>
          <a:p>
            <a:r>
              <a:rPr lang="en-US" baseline="0" dirty="0"/>
              <a:t>Normally visible to users</a:t>
            </a:r>
          </a:p>
          <a:p>
            <a:endParaRPr lang="en-US" baseline="0" dirty="0"/>
          </a:p>
          <a:p>
            <a:endParaRPr lang="en-US" baseline="0" dirty="0"/>
          </a:p>
          <a:p>
            <a:r>
              <a:rPr lang="en-US" baseline="0" dirty="0"/>
              <a:t>Reverse proxy</a:t>
            </a:r>
          </a:p>
          <a:p>
            <a:r>
              <a:rPr lang="en-US" baseline="0" dirty="0"/>
              <a:t>Limit where requests can come from</a:t>
            </a:r>
          </a:p>
          <a:p>
            <a:r>
              <a:rPr lang="en-US" dirty="0"/>
              <a:t>Data ingress controls</a:t>
            </a:r>
          </a:p>
          <a:p>
            <a:r>
              <a:rPr lang="en-US" dirty="0"/>
              <a:t>Malicious</a:t>
            </a:r>
            <a:r>
              <a:rPr lang="en-US" baseline="0" dirty="0"/>
              <a:t> content (v</a:t>
            </a:r>
            <a:r>
              <a:rPr lang="en-US" dirty="0"/>
              <a:t>irus/</a:t>
            </a:r>
            <a:r>
              <a:rPr lang="en-US" dirty="0" err="1"/>
              <a:t>trojan</a:t>
            </a:r>
            <a:r>
              <a:rPr lang="en-US" dirty="0"/>
              <a:t>)</a:t>
            </a:r>
            <a:r>
              <a:rPr lang="en-US" baseline="0" dirty="0"/>
              <a:t> controls</a:t>
            </a:r>
          </a:p>
          <a:p>
            <a:r>
              <a:rPr lang="en-US" baseline="0" dirty="0"/>
              <a:t>Invisible to users.</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28</a:t>
            </a:fld>
            <a:endParaRPr lang="en-US" dirty="0"/>
          </a:p>
        </p:txBody>
      </p:sp>
    </p:spTree>
    <p:extLst>
      <p:ext uri="{BB962C8B-B14F-4D97-AF65-F5344CB8AC3E}">
        <p14:creationId xmlns:p14="http://schemas.microsoft.com/office/powerpoint/2010/main" val="606526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Site-to-Site VPNs</a:t>
            </a:r>
          </a:p>
          <a:p>
            <a:r>
              <a:rPr lang="en-US" dirty="0"/>
              <a:t>Site-to-site VPNs provide an Internet-based WAN infrastructure to extend network resources to branch offices, </a:t>
            </a:r>
          </a:p>
          <a:p>
            <a:r>
              <a:rPr lang="en-US" dirty="0"/>
              <a:t>home offices, and business partner sites. </a:t>
            </a:r>
          </a:p>
          <a:p>
            <a:endParaRPr lang="en-US" dirty="0"/>
          </a:p>
          <a:p>
            <a:r>
              <a:rPr lang="en-US" dirty="0"/>
              <a:t>All traffic between sites is encrypted using IPsec or TLS protocols and integrates network features such as </a:t>
            </a:r>
          </a:p>
          <a:p>
            <a:r>
              <a:rPr lang="en-US" dirty="0"/>
              <a:t>routing, quality of service, and multicast support. </a:t>
            </a:r>
          </a:p>
          <a:p>
            <a:endParaRPr lang="en-US" dirty="0"/>
          </a:p>
          <a:p>
            <a:r>
              <a:rPr lang="en-US" dirty="0"/>
              <a:t>Reliable and high-quality transport of complex, mission-critical traffic, such as voice and client server applications</a:t>
            </a:r>
          </a:p>
          <a:p>
            <a:endParaRPr lang="en-US" dirty="0"/>
          </a:p>
          <a:p>
            <a:r>
              <a:rPr lang="en-US" dirty="0"/>
              <a:t>Simplified provisioning and reduced operational tasks for network designs</a:t>
            </a:r>
          </a:p>
          <a:p>
            <a:endParaRPr lang="en-US" dirty="0"/>
          </a:p>
          <a:p>
            <a:r>
              <a:rPr lang="en-US" dirty="0"/>
              <a:t>Integrated advanced network intelligence and routing for a wide range of network designs</a:t>
            </a:r>
          </a:p>
          <a:p>
            <a:endParaRPr lang="en-US" dirty="0"/>
          </a:p>
          <a:p>
            <a:r>
              <a:rPr lang="en-US" b="1" dirty="0"/>
              <a:t>Remote Access VPNs</a:t>
            </a:r>
          </a:p>
          <a:p>
            <a:endParaRPr lang="en-US" dirty="0"/>
          </a:p>
          <a:p>
            <a:r>
              <a:rPr lang="en-US" dirty="0"/>
              <a:t>Remote access VPNs extend almost any data, voice, or video application to the remote desktop, </a:t>
            </a:r>
          </a:p>
          <a:p>
            <a:r>
              <a:rPr lang="en-US" dirty="0"/>
              <a:t>emulating the main office desktop. </a:t>
            </a:r>
          </a:p>
          <a:p>
            <a:endParaRPr lang="en-US" dirty="0"/>
          </a:p>
          <a:p>
            <a:r>
              <a:rPr lang="en-US" dirty="0"/>
              <a:t>Provide highly secure, customizable remote access to anyone, anytime, anywhere, with almost any device. </a:t>
            </a:r>
          </a:p>
          <a:p>
            <a:r>
              <a:rPr lang="en-US" dirty="0"/>
              <a:t>Create a remote user experience that emulates working on the main office desktop</a:t>
            </a:r>
          </a:p>
          <a:p>
            <a:r>
              <a:rPr lang="en-US" dirty="0"/>
              <a:t>Deliver VPN access safely and easily to a wide range of users and devices</a:t>
            </a:r>
          </a:p>
          <a:p>
            <a:r>
              <a:rPr lang="en-US" dirty="0"/>
              <a:t>Support a wide range of connectivity options, endpoints, and platforms to meet your dynamic remote access needs</a:t>
            </a:r>
          </a:p>
          <a:p>
            <a:endParaRPr lang="en-US" dirty="0"/>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29</a:t>
            </a:fld>
            <a:endParaRPr lang="en-US" dirty="0"/>
          </a:p>
        </p:txBody>
      </p:sp>
    </p:spTree>
    <p:extLst>
      <p:ext uri="{BB962C8B-B14F-4D97-AF65-F5344CB8AC3E}">
        <p14:creationId xmlns:p14="http://schemas.microsoft.com/office/powerpoint/2010/main" val="14513436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thru when the assumptions are or aren’t true</a:t>
            </a:r>
          </a:p>
        </p:txBody>
      </p:sp>
      <p:sp>
        <p:nvSpPr>
          <p:cNvPr id="4" name="Slide Number Placeholder 3"/>
          <p:cNvSpPr>
            <a:spLocks noGrp="1"/>
          </p:cNvSpPr>
          <p:nvPr>
            <p:ph type="sldNum" sz="quarter" idx="5"/>
          </p:nvPr>
        </p:nvSpPr>
        <p:spPr/>
        <p:txBody>
          <a:bodyPr/>
          <a:lstStyle/>
          <a:p>
            <a:fld id="{EBE13BA3-2BF5-478F-8F09-F40177E242D0}" type="slidenum">
              <a:rPr lang="en-US" smtClean="0"/>
              <a:t>30</a:t>
            </a:fld>
            <a:endParaRPr lang="en-US" dirty="0"/>
          </a:p>
        </p:txBody>
      </p:sp>
    </p:spTree>
    <p:extLst>
      <p:ext uri="{BB962C8B-B14F-4D97-AF65-F5344CB8AC3E}">
        <p14:creationId xmlns:p14="http://schemas.microsoft.com/office/powerpoint/2010/main" val="25865018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E13BA3-2BF5-478F-8F09-F40177E242D0}" type="slidenum">
              <a:rPr lang="en-US" smtClean="0"/>
              <a:t>31</a:t>
            </a:fld>
            <a:endParaRPr lang="en-US" dirty="0"/>
          </a:p>
        </p:txBody>
      </p:sp>
    </p:spTree>
    <p:extLst>
      <p:ext uri="{BB962C8B-B14F-4D97-AF65-F5344CB8AC3E}">
        <p14:creationId xmlns:p14="http://schemas.microsoft.com/office/powerpoint/2010/main" val="31919773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Proactive Response to Attack</a:t>
            </a:r>
          </a:p>
          <a:p>
            <a:endParaRPr lang="en-US" dirty="0"/>
          </a:p>
          <a:p>
            <a:r>
              <a:rPr lang="en-US" dirty="0"/>
              <a:t>Centralized Monitoring and Management</a:t>
            </a:r>
            <a:r>
              <a:rPr lang="en-US" baseline="0" dirty="0"/>
              <a:t> </a:t>
            </a:r>
            <a:r>
              <a:rPr lang="en-US" dirty="0"/>
              <a:t>– Critical for multi-sensor environments</a:t>
            </a:r>
          </a:p>
          <a:p>
            <a:endParaRPr lang="en-US" dirty="0"/>
          </a:p>
          <a:p>
            <a:r>
              <a:rPr lang="en-US" dirty="0"/>
              <a:t>Tuning Required</a:t>
            </a:r>
          </a:p>
          <a:p>
            <a:endParaRPr lang="en-US" dirty="0"/>
          </a:p>
          <a:p>
            <a:r>
              <a:rPr lang="en-US" dirty="0"/>
              <a:t>Redundancy / Fail-open Required</a:t>
            </a:r>
          </a:p>
          <a:p>
            <a:endParaRPr lang="en-US" dirty="0"/>
          </a:p>
          <a:p>
            <a:r>
              <a:rPr lang="en-US" dirty="0"/>
              <a:t>What types of protection do I need?</a:t>
            </a:r>
          </a:p>
          <a:p>
            <a:pPr lvl="1"/>
            <a:r>
              <a:rPr lang="en-US" dirty="0"/>
              <a:t>The amount of time allow before response</a:t>
            </a:r>
          </a:p>
          <a:p>
            <a:pPr lvl="1"/>
            <a:r>
              <a:rPr lang="en-US" dirty="0"/>
              <a:t>Signature or anomaly based</a:t>
            </a:r>
          </a:p>
          <a:p>
            <a:pPr lvl="1"/>
            <a:r>
              <a:rPr lang="en-US" dirty="0"/>
              <a:t>Size and number of network segments to monitor</a:t>
            </a:r>
          </a:p>
          <a:p>
            <a:pPr lvl="1"/>
            <a:r>
              <a:rPr lang="en-US" dirty="0"/>
              <a:t>Bandwidth</a:t>
            </a:r>
          </a:p>
          <a:p>
            <a:r>
              <a:rPr lang="en-US" dirty="0"/>
              <a:t>How do I want to manage it?</a:t>
            </a:r>
          </a:p>
          <a:p>
            <a:pPr lvl="1"/>
            <a:r>
              <a:rPr lang="en-US" dirty="0"/>
              <a:t>Minimize false positives or false negatives</a:t>
            </a:r>
          </a:p>
          <a:p>
            <a:pPr lvl="1"/>
            <a:r>
              <a:rPr lang="en-US" dirty="0"/>
              <a:t>Monitoring done on or off site</a:t>
            </a:r>
          </a:p>
          <a:p>
            <a:pPr lvl="1"/>
            <a:r>
              <a:rPr lang="en-US" dirty="0"/>
              <a:t>Update management</a:t>
            </a:r>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32</a:t>
            </a:fld>
            <a:endParaRPr lang="en-US"/>
          </a:p>
        </p:txBody>
      </p:sp>
    </p:spTree>
    <p:extLst>
      <p:ext uri="{BB962C8B-B14F-4D97-AF65-F5344CB8AC3E}">
        <p14:creationId xmlns:p14="http://schemas.microsoft.com/office/powerpoint/2010/main" val="11786889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Rule-Based Detection</a:t>
            </a:r>
          </a:p>
          <a:p>
            <a:r>
              <a:rPr lang="en-US" dirty="0"/>
              <a:t>– Signatures produced for known attacks</a:t>
            </a:r>
          </a:p>
          <a:p>
            <a:r>
              <a:rPr lang="en-US" dirty="0"/>
              <a:t>– Traffic scanned for matches to signatures</a:t>
            </a:r>
          </a:p>
          <a:p>
            <a:endParaRPr lang="en-US" dirty="0"/>
          </a:p>
          <a:p>
            <a:r>
              <a:rPr lang="en-US" dirty="0"/>
              <a:t>Anomaly Detection</a:t>
            </a:r>
          </a:p>
          <a:p>
            <a:r>
              <a:rPr lang="en-US" dirty="0"/>
              <a:t>– Baseline of “normal” traffic produced</a:t>
            </a:r>
          </a:p>
          <a:p>
            <a:r>
              <a:rPr lang="en-US" dirty="0"/>
              <a:t>– Deviations from baseline flagged as intrusion</a:t>
            </a:r>
          </a:p>
          <a:p>
            <a:endParaRPr lang="en-US" dirty="0"/>
          </a:p>
          <a:p>
            <a:r>
              <a:rPr lang="en-US" dirty="0"/>
              <a:t>Reactive Response to Attack</a:t>
            </a:r>
          </a:p>
          <a:p>
            <a:endParaRPr lang="en-US" dirty="0"/>
          </a:p>
          <a:p>
            <a:r>
              <a:rPr lang="en-US" dirty="0"/>
              <a:t>Centralized Monitoring and Management</a:t>
            </a:r>
            <a:r>
              <a:rPr lang="en-US" baseline="0" dirty="0"/>
              <a:t> </a:t>
            </a:r>
            <a:r>
              <a:rPr lang="en-US" dirty="0"/>
              <a:t>– Critical for multi-sensor environments</a:t>
            </a:r>
          </a:p>
          <a:p>
            <a:endParaRPr lang="en-US" dirty="0"/>
          </a:p>
          <a:p>
            <a:r>
              <a:rPr lang="en-US" dirty="0"/>
              <a:t>Tuning Required</a:t>
            </a:r>
          </a:p>
          <a:p>
            <a:endParaRPr lang="en-US" dirty="0"/>
          </a:p>
          <a:p>
            <a:r>
              <a:rPr lang="en-US" dirty="0"/>
              <a:t>Constant Monitoring</a:t>
            </a:r>
          </a:p>
        </p:txBody>
      </p:sp>
      <p:sp>
        <p:nvSpPr>
          <p:cNvPr id="4" name="Slide Number Placeholder 3"/>
          <p:cNvSpPr>
            <a:spLocks noGrp="1"/>
          </p:cNvSpPr>
          <p:nvPr>
            <p:ph type="sldNum" sz="quarter" idx="10"/>
          </p:nvPr>
        </p:nvSpPr>
        <p:spPr/>
        <p:txBody>
          <a:bodyPr/>
          <a:lstStyle/>
          <a:p>
            <a:fld id="{EBE13BA3-2BF5-478F-8F09-F40177E242D0}" type="slidenum">
              <a:rPr lang="en-US" smtClean="0"/>
              <a:t>33</a:t>
            </a:fld>
            <a:endParaRPr lang="en-US"/>
          </a:p>
        </p:txBody>
      </p:sp>
    </p:spTree>
    <p:extLst>
      <p:ext uri="{BB962C8B-B14F-4D97-AF65-F5344CB8AC3E}">
        <p14:creationId xmlns:p14="http://schemas.microsoft.com/office/powerpoint/2010/main" val="8503449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Naïve:</a:t>
            </a:r>
          </a:p>
          <a:p>
            <a:endParaRPr lang="en-US" dirty="0"/>
          </a:p>
          <a:p>
            <a:r>
              <a:rPr lang="en-US" dirty="0"/>
              <a:t>Can be automated</a:t>
            </a:r>
          </a:p>
          <a:p>
            <a:r>
              <a:rPr lang="en-US" dirty="0"/>
              <a:t>All child</a:t>
            </a:r>
            <a:r>
              <a:rPr lang="en-US" baseline="0" dirty="0"/>
              <a:t> nodes share a parent and are conditionally independent</a:t>
            </a:r>
          </a:p>
          <a:p>
            <a:endParaRPr lang="en-US" baseline="0" dirty="0"/>
          </a:p>
          <a:p>
            <a:r>
              <a:rPr lang="en-US" dirty="0"/>
              <a:t>Learned:</a:t>
            </a:r>
          </a:p>
          <a:p>
            <a:endParaRPr lang="en-US" dirty="0"/>
          </a:p>
          <a:p>
            <a:r>
              <a:rPr lang="en-US" dirty="0"/>
              <a:t>Can be automated</a:t>
            </a:r>
          </a:p>
          <a:p>
            <a:r>
              <a:rPr lang="en-US" dirty="0"/>
              <a:t>Directed acyclic</a:t>
            </a:r>
            <a:r>
              <a:rPr lang="en-US" baseline="0" dirty="0"/>
              <a:t> graph.  Parameter driven</a:t>
            </a:r>
          </a:p>
          <a:p>
            <a:endParaRPr lang="en-US" baseline="0" dirty="0"/>
          </a:p>
          <a:p>
            <a:r>
              <a:rPr lang="en-US" baseline="0" dirty="0"/>
              <a:t>Expert-elicited:</a:t>
            </a:r>
          </a:p>
          <a:p>
            <a:endParaRPr lang="en-US" baseline="0" dirty="0"/>
          </a:p>
          <a:p>
            <a:r>
              <a:rPr lang="en-US" baseline="0" dirty="0"/>
              <a:t>Generate states by hand, using variable and classification of what intrusions look like.</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EBE13BA3-2BF5-478F-8F09-F40177E242D0}" type="slidenum">
              <a:rPr lang="en-US" smtClean="0"/>
              <a:t>34</a:t>
            </a:fld>
            <a:endParaRPr lang="en-US"/>
          </a:p>
        </p:txBody>
      </p:sp>
    </p:spTree>
    <p:extLst>
      <p:ext uri="{BB962C8B-B14F-4D97-AF65-F5344CB8AC3E}">
        <p14:creationId xmlns:p14="http://schemas.microsoft.com/office/powerpoint/2010/main" val="9776888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828800" y="3200400"/>
            <a:ext cx="8534400" cy="2438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Title 1"/>
          <p:cNvSpPr>
            <a:spLocks noGrp="1"/>
          </p:cNvSpPr>
          <p:nvPr>
            <p:ph type="ctrTitle" hasCustomPrompt="1"/>
          </p:nvPr>
        </p:nvSpPr>
        <p:spPr>
          <a:xfrm>
            <a:off x="609600" y="1295401"/>
            <a:ext cx="10972800" cy="1470025"/>
          </a:xfrm>
        </p:spPr>
        <p:txBody>
          <a:bodyPr/>
          <a:lstStyle>
            <a:lvl1pPr algn="ctr">
              <a:defRPr baseline="0"/>
            </a:lvl1pPr>
          </a:lstStyle>
          <a:p>
            <a:r>
              <a:rPr lang="en-US" dirty="0"/>
              <a:t>IT666 : Computer Security</a:t>
            </a:r>
          </a:p>
        </p:txBody>
      </p:sp>
      <p:sp>
        <p:nvSpPr>
          <p:cNvPr id="10" name="Date Placeholder 3"/>
          <p:cNvSpPr txBox="1">
            <a:spLocks/>
          </p:cNvSpPr>
          <p:nvPr/>
        </p:nvSpPr>
        <p:spPr>
          <a:xfrm>
            <a:off x="914400" y="6348476"/>
            <a:ext cx="284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p>
        </p:txBody>
      </p:sp>
      <p:sp>
        <p:nvSpPr>
          <p:cNvPr id="11" name="Footer Placeholder 4"/>
          <p:cNvSpPr txBox="1">
            <a:spLocks/>
          </p:cNvSpPr>
          <p:nvPr/>
        </p:nvSpPr>
        <p:spPr>
          <a:xfrm>
            <a:off x="7112000" y="6348475"/>
            <a:ext cx="4165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800" dirty="0"/>
              <a:t>Instructor : ken.graf@unh.edu</a:t>
            </a:r>
          </a:p>
        </p:txBody>
      </p:sp>
      <p:pic>
        <p:nvPicPr>
          <p:cNvPr id="12" name="Picture 2" descr="University of New Hampshire">
            <a:extLst>
              <a:ext uri="{FF2B5EF4-FFF2-40B4-BE49-F238E27FC236}">
                <a16:creationId xmlns:a16="http://schemas.microsoft.com/office/drawing/2014/main" id="{52E3954D-70A0-416F-A7AB-55B49D629FD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09600" y="304800"/>
            <a:ext cx="2914650" cy="76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512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9762"/>
          </a:xfrm>
        </p:spPr>
        <p:txBody>
          <a:bodyPr>
            <a:normAutofit/>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371601"/>
            <a:ext cx="10972800" cy="4754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2088353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9762"/>
          </a:xfrm>
        </p:spPr>
        <p:txBody>
          <a:bodyPr>
            <a:normAutofit/>
          </a:bodyPr>
          <a:lstStyle>
            <a:lvl1pPr algn="l">
              <a:defRPr sz="3200"/>
            </a:lvl1pPr>
          </a:lstStyle>
          <a:p>
            <a:r>
              <a:rPr lang="en-US"/>
              <a:t>Click to edit Master title style</a:t>
            </a:r>
            <a:endParaRPr lang="en-US" dirty="0"/>
          </a:p>
        </p:txBody>
      </p:sp>
      <p:sp>
        <p:nvSpPr>
          <p:cNvPr id="4"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1685878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3"/>
          <p:cNvSpPr>
            <a:spLocks noGrp="1"/>
          </p:cNvSpPr>
          <p:nvPr>
            <p:ph type="ftr" sz="quarter" idx="11"/>
          </p:nvPr>
        </p:nvSpPr>
        <p:spPr>
          <a:xfrm>
            <a:off x="609600" y="6356351"/>
            <a:ext cx="10972800" cy="365125"/>
          </a:xfrm>
          <a:prstGeom prst="rect">
            <a:avLst/>
          </a:prstGeom>
        </p:spPr>
        <p:txBody>
          <a:bodyPr/>
          <a:lstStyle/>
          <a:p>
            <a:endParaRPr lang="en-US" dirty="0"/>
          </a:p>
        </p:txBody>
      </p:sp>
    </p:spTree>
    <p:extLst>
      <p:ext uri="{BB962C8B-B14F-4D97-AF65-F5344CB8AC3E}">
        <p14:creationId xmlns:p14="http://schemas.microsoft.com/office/powerpoint/2010/main" val="38432332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563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143001"/>
            <a:ext cx="10972800" cy="4983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4147395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Lst>
  <p:txStyles>
    <p:titleStyle>
      <a:lvl1pPr algn="l" defTabSz="914400" rtl="0" eaLnBrk="1" latinLnBrk="0" hangingPunct="1">
        <a:spcBef>
          <a:spcPct val="0"/>
        </a:spcBef>
        <a:buNone/>
        <a:defRPr sz="32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www.dsd.gov.au/publications/Implementing_Top_35_on_Microsoft_Platform.pdf"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resources.infosecinstitute.com/category/certifications-training/ceh/ethical-hacking-tools/#gref" TargetMode="External"/><Relationship Id="rId2" Type="http://schemas.openxmlformats.org/officeDocument/2006/relationships/hyperlink" Target="http://sectools.org/" TargetMode="External"/><Relationship Id="rId1" Type="http://schemas.openxmlformats.org/officeDocument/2006/relationships/slideLayout" Target="../slideLayouts/slideLayout2.xml"/><Relationship Id="rId6" Type="http://schemas.openxmlformats.org/officeDocument/2006/relationships/hyperlink" Target="http://www.amanhardikar.com/mindmaps/Practice.html" TargetMode="External"/><Relationship Id="rId5" Type="http://schemas.openxmlformats.org/officeDocument/2006/relationships/hyperlink" Target="http://rumkin.com/tools/cipher/" TargetMode="External"/><Relationship Id="rId4" Type="http://schemas.openxmlformats.org/officeDocument/2006/relationships/hyperlink" Target="https://www.owasp.org/index.php/Phoenix/Tools"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kali.org/"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hyperlink" Target="http://appseclive.org/" TargetMode="External"/><Relationship Id="rId4" Type="http://schemas.openxmlformats.org/officeDocument/2006/relationships/hyperlink" Target="http://digital-forensics.sans.org/community/download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b="1"/>
              <a:t>Defense</a:t>
            </a:r>
            <a:endParaRPr lang="en-US" b="1" dirty="0"/>
          </a:p>
        </p:txBody>
      </p:sp>
      <p:sp>
        <p:nvSpPr>
          <p:cNvPr id="4" name="Title 3"/>
          <p:cNvSpPr>
            <a:spLocks noGrp="1"/>
          </p:cNvSpPr>
          <p:nvPr>
            <p:ph type="ctrTitle"/>
          </p:nvPr>
        </p:nvSpPr>
        <p:spPr/>
        <p:txBody>
          <a:bodyPr/>
          <a:lstStyle/>
          <a:p>
            <a:endParaRPr lang="en-US"/>
          </a:p>
        </p:txBody>
      </p:sp>
    </p:spTree>
    <p:extLst>
      <p:ext uri="{BB962C8B-B14F-4D97-AF65-F5344CB8AC3E}">
        <p14:creationId xmlns:p14="http://schemas.microsoft.com/office/powerpoint/2010/main" val="1793285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F8BC23-5ACB-4DB8-8593-AACD698A548A}"/>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A3A7D581-388F-4E8D-A36C-DE6BA290D2D2}"/>
              </a:ext>
            </a:extLst>
          </p:cNvPr>
          <p:cNvSpPr>
            <a:spLocks noGrp="1"/>
          </p:cNvSpPr>
          <p:nvPr>
            <p:ph idx="1"/>
          </p:nvPr>
        </p:nvSpPr>
        <p:spPr/>
        <p:txBody>
          <a:bodyPr/>
          <a:lstStyle/>
          <a:p>
            <a:endParaRPr lang="en-US"/>
          </a:p>
        </p:txBody>
      </p:sp>
      <p:pic>
        <p:nvPicPr>
          <p:cNvPr id="3" name="Picture 2"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
        <p:nvSpPr>
          <p:cNvPr id="4" name="TextBox 3"/>
          <p:cNvSpPr txBox="1"/>
          <p:nvPr/>
        </p:nvSpPr>
        <p:spPr>
          <a:xfrm>
            <a:off x="3886201" y="6474024"/>
            <a:ext cx="6628225" cy="307777"/>
          </a:xfrm>
          <a:prstGeom prst="rect">
            <a:avLst/>
          </a:prstGeom>
          <a:noFill/>
        </p:spPr>
        <p:txBody>
          <a:bodyPr wrap="none" rtlCol="0">
            <a:spAutoFit/>
          </a:bodyPr>
          <a:lstStyle/>
          <a:p>
            <a:r>
              <a:rPr lang="en-US" sz="1400" dirty="0">
                <a:hlinkClick r:id="rId4"/>
              </a:rPr>
              <a:t>http://www.dsd.gov.au/publications/Implementing_Top_35_on_Microsoft_Platform.pdf</a:t>
            </a:r>
            <a:endParaRPr lang="en-US" sz="1400" dirty="0"/>
          </a:p>
        </p:txBody>
      </p:sp>
    </p:spTree>
    <p:extLst>
      <p:ext uri="{BB962C8B-B14F-4D97-AF65-F5344CB8AC3E}">
        <p14:creationId xmlns:p14="http://schemas.microsoft.com/office/powerpoint/2010/main" val="2513537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F357B5-2684-4FC4-894A-E88B135C37F2}"/>
              </a:ext>
            </a:extLst>
          </p:cNvPr>
          <p:cNvSpPr>
            <a:spLocks noGrp="1"/>
          </p:cNvSpPr>
          <p:nvPr>
            <p:ph type="title"/>
          </p:nvPr>
        </p:nvSpPr>
        <p:spPr/>
        <p:txBody>
          <a:bodyPr/>
          <a:lstStyle/>
          <a:p>
            <a:endParaRPr lang="en-US"/>
          </a:p>
        </p:txBody>
      </p:sp>
      <p:pic>
        <p:nvPicPr>
          <p:cNvPr id="4" name="Content Placeholder 3" descr="Screen Clipping"/>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6852" y="74002"/>
            <a:ext cx="11720417" cy="6705133"/>
          </a:xfrm>
        </p:spPr>
      </p:pic>
    </p:spTree>
    <p:extLst>
      <p:ext uri="{BB962C8B-B14F-4D97-AF65-F5344CB8AC3E}">
        <p14:creationId xmlns:p14="http://schemas.microsoft.com/office/powerpoint/2010/main" val="960580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GRC</a:t>
            </a:r>
          </a:p>
        </p:txBody>
      </p:sp>
      <p:sp>
        <p:nvSpPr>
          <p:cNvPr id="3" name="Content Placeholder 2"/>
          <p:cNvSpPr>
            <a:spLocks noGrp="1"/>
          </p:cNvSpPr>
          <p:nvPr>
            <p:ph idx="1"/>
          </p:nvPr>
        </p:nvSpPr>
        <p:spPr/>
        <p:txBody>
          <a:bodyPr>
            <a:normAutofit fontScale="92500" lnSpcReduction="10000"/>
          </a:bodyPr>
          <a:lstStyle/>
          <a:p>
            <a:r>
              <a:rPr lang="en-US" b="1" dirty="0"/>
              <a:t>Governance</a:t>
            </a:r>
          </a:p>
          <a:p>
            <a:pPr lvl="1"/>
            <a:r>
              <a:rPr lang="en-US" dirty="0"/>
              <a:t>Refers to the frameworks, policies, procedures, controls, decision-making hierarchy, etc. which are employed to make decisions and manage the business </a:t>
            </a:r>
          </a:p>
          <a:p>
            <a:r>
              <a:rPr lang="en-US" b="1" dirty="0"/>
              <a:t>Risk Management</a:t>
            </a:r>
          </a:p>
          <a:p>
            <a:pPr lvl="1"/>
            <a:r>
              <a:rPr lang="en-US" dirty="0"/>
              <a:t>Refers to the identification, prioritization and mitigation of risks that could potentially impact the organization </a:t>
            </a:r>
          </a:p>
          <a:p>
            <a:r>
              <a:rPr lang="en-US" b="1" dirty="0"/>
              <a:t>Compliance</a:t>
            </a:r>
          </a:p>
          <a:p>
            <a:pPr lvl="1"/>
            <a:r>
              <a:rPr lang="en-US" dirty="0"/>
              <a:t>Refers to meeting and sustaining requirements for government regulations, industry regulations, and internal policies within the allotted timeframe </a:t>
            </a:r>
          </a:p>
          <a:p>
            <a:endParaRPr lang="en-US" dirty="0"/>
          </a:p>
        </p:txBody>
      </p:sp>
    </p:spTree>
    <p:extLst>
      <p:ext uri="{BB962C8B-B14F-4D97-AF65-F5344CB8AC3E}">
        <p14:creationId xmlns:p14="http://schemas.microsoft.com/office/powerpoint/2010/main" val="1820138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
            <a:ext cx="9144000" cy="685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8808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1CC7A-DA59-4213-82C2-6B3BC780A5E2}"/>
              </a:ext>
            </a:extLst>
          </p:cNvPr>
          <p:cNvSpPr>
            <a:spLocks noGrp="1"/>
          </p:cNvSpPr>
          <p:nvPr>
            <p:ph type="title"/>
          </p:nvPr>
        </p:nvSpPr>
        <p:spPr/>
        <p:txBody>
          <a:bodyPr/>
          <a:lstStyle/>
          <a:p>
            <a:r>
              <a:rPr lang="en-US" dirty="0"/>
              <a:t>Management Complexity</a:t>
            </a:r>
          </a:p>
        </p:txBody>
      </p:sp>
      <p:sp>
        <p:nvSpPr>
          <p:cNvPr id="3" name="Content Placeholder 2">
            <a:extLst>
              <a:ext uri="{FF2B5EF4-FFF2-40B4-BE49-F238E27FC236}">
                <a16:creationId xmlns:a16="http://schemas.microsoft.com/office/drawing/2014/main" id="{11F227E2-2FAE-40E0-BE59-46881C94F9D8}"/>
              </a:ext>
            </a:extLst>
          </p:cNvPr>
          <p:cNvSpPr>
            <a:spLocks noGrp="1"/>
          </p:cNvSpPr>
          <p:nvPr>
            <p:ph idx="1"/>
          </p:nvPr>
        </p:nvSpPr>
        <p:spPr/>
        <p:txBody>
          <a:bodyPr/>
          <a:lstStyle/>
          <a:p>
            <a:r>
              <a:rPr lang="en-US" dirty="0"/>
              <a:t>Lack of board-level oversight</a:t>
            </a:r>
          </a:p>
          <a:p>
            <a:r>
              <a:rPr lang="en-US" dirty="0"/>
              <a:t>Absence of enterprise wide standards</a:t>
            </a:r>
          </a:p>
          <a:p>
            <a:r>
              <a:rPr lang="en-US" dirty="0"/>
              <a:t>Orchestrating key activities across business and GRC domains</a:t>
            </a:r>
          </a:p>
          <a:p>
            <a:r>
              <a:rPr lang="en-US" dirty="0"/>
              <a:t>Inability to identify policy, process and control gaps and redundancies</a:t>
            </a:r>
          </a:p>
        </p:txBody>
      </p:sp>
    </p:spTree>
    <p:extLst>
      <p:ext uri="{BB962C8B-B14F-4D97-AF65-F5344CB8AC3E}">
        <p14:creationId xmlns:p14="http://schemas.microsoft.com/office/powerpoint/2010/main" val="4093469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EE764-75FF-4603-8D9F-278BC2EF8852}"/>
              </a:ext>
            </a:extLst>
          </p:cNvPr>
          <p:cNvSpPr>
            <a:spLocks noGrp="1"/>
          </p:cNvSpPr>
          <p:nvPr>
            <p:ph type="title"/>
          </p:nvPr>
        </p:nvSpPr>
        <p:spPr/>
        <p:txBody>
          <a:bodyPr/>
          <a:lstStyle/>
          <a:p>
            <a:r>
              <a:rPr lang="en-US" dirty="0"/>
              <a:t>Alignment of controls and metrics</a:t>
            </a:r>
          </a:p>
        </p:txBody>
      </p:sp>
      <p:sp>
        <p:nvSpPr>
          <p:cNvPr id="3" name="Content Placeholder 2">
            <a:extLst>
              <a:ext uri="{FF2B5EF4-FFF2-40B4-BE49-F238E27FC236}">
                <a16:creationId xmlns:a16="http://schemas.microsoft.com/office/drawing/2014/main" id="{4BA66890-74B5-4529-A4B8-3170BF50D663}"/>
              </a:ext>
            </a:extLst>
          </p:cNvPr>
          <p:cNvSpPr>
            <a:spLocks noGrp="1"/>
          </p:cNvSpPr>
          <p:nvPr>
            <p:ph idx="1"/>
          </p:nvPr>
        </p:nvSpPr>
        <p:spPr/>
        <p:txBody>
          <a:bodyPr/>
          <a:lstStyle/>
          <a:p>
            <a:r>
              <a:rPr lang="en-US" dirty="0"/>
              <a:t>Enterprise needs a common system of record “language”</a:t>
            </a:r>
          </a:p>
          <a:p>
            <a:pPr lvl="1"/>
            <a:r>
              <a:rPr lang="en-US" dirty="0"/>
              <a:t>Metrics</a:t>
            </a:r>
          </a:p>
          <a:p>
            <a:pPr lvl="1"/>
            <a:r>
              <a:rPr lang="en-US" dirty="0"/>
              <a:t>Standards</a:t>
            </a:r>
          </a:p>
          <a:p>
            <a:pPr lvl="1"/>
            <a:r>
              <a:rPr lang="en-US" dirty="0"/>
              <a:t>Responsibilities</a:t>
            </a:r>
          </a:p>
          <a:p>
            <a:pPr lvl="1"/>
            <a:r>
              <a:rPr lang="en-US" dirty="0"/>
              <a:t>Data classification</a:t>
            </a:r>
          </a:p>
        </p:txBody>
      </p:sp>
    </p:spTree>
    <p:extLst>
      <p:ext uri="{BB962C8B-B14F-4D97-AF65-F5344CB8AC3E}">
        <p14:creationId xmlns:p14="http://schemas.microsoft.com/office/powerpoint/2010/main" val="540615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0F01B-B166-45AF-89A4-D2B2F23195CE}"/>
              </a:ext>
            </a:extLst>
          </p:cNvPr>
          <p:cNvSpPr>
            <a:spLocks noGrp="1"/>
          </p:cNvSpPr>
          <p:nvPr>
            <p:ph type="title"/>
          </p:nvPr>
        </p:nvSpPr>
        <p:spPr/>
        <p:txBody>
          <a:bodyPr/>
          <a:lstStyle/>
          <a:p>
            <a:r>
              <a:rPr lang="en-US" dirty="0"/>
              <a:t>Building out infrastructure</a:t>
            </a:r>
          </a:p>
        </p:txBody>
      </p:sp>
      <p:sp>
        <p:nvSpPr>
          <p:cNvPr id="3" name="Content Placeholder 2">
            <a:extLst>
              <a:ext uri="{FF2B5EF4-FFF2-40B4-BE49-F238E27FC236}">
                <a16:creationId xmlns:a16="http://schemas.microsoft.com/office/drawing/2014/main" id="{E70EFB38-855D-4E76-BA7B-8F1CFE74723C}"/>
              </a:ext>
            </a:extLst>
          </p:cNvPr>
          <p:cNvSpPr>
            <a:spLocks noGrp="1"/>
          </p:cNvSpPr>
          <p:nvPr>
            <p:ph idx="1"/>
          </p:nvPr>
        </p:nvSpPr>
        <p:spPr/>
        <p:txBody>
          <a:bodyPr/>
          <a:lstStyle/>
          <a:p>
            <a:r>
              <a:rPr lang="en-US" dirty="0"/>
              <a:t>Business silos with different technologies</a:t>
            </a:r>
          </a:p>
          <a:p>
            <a:r>
              <a:rPr lang="en-US" dirty="0"/>
              <a:t>Contractual and regulatory mandates</a:t>
            </a:r>
          </a:p>
          <a:p>
            <a:r>
              <a:rPr lang="en-US" dirty="0"/>
              <a:t>Employees with predictive analytic skills are hard to find</a:t>
            </a:r>
          </a:p>
          <a:p>
            <a:r>
              <a:rPr lang="en-US" dirty="0"/>
              <a:t>Big ticket item that is difficult to show the proper investment return</a:t>
            </a:r>
          </a:p>
        </p:txBody>
      </p:sp>
    </p:spTree>
    <p:extLst>
      <p:ext uri="{BB962C8B-B14F-4D97-AF65-F5344CB8AC3E}">
        <p14:creationId xmlns:p14="http://schemas.microsoft.com/office/powerpoint/2010/main" val="3032765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E1482-BE12-46E1-B07A-3373DD2160F9}"/>
              </a:ext>
            </a:extLst>
          </p:cNvPr>
          <p:cNvSpPr>
            <a:spLocks noGrp="1"/>
          </p:cNvSpPr>
          <p:nvPr>
            <p:ph type="title"/>
          </p:nvPr>
        </p:nvSpPr>
        <p:spPr/>
        <p:txBody>
          <a:bodyPr/>
          <a:lstStyle/>
          <a:p>
            <a:r>
              <a:rPr lang="en-US" dirty="0"/>
              <a:t>Align GRC groups</a:t>
            </a:r>
          </a:p>
        </p:txBody>
      </p:sp>
      <p:sp>
        <p:nvSpPr>
          <p:cNvPr id="3" name="Content Placeholder 2">
            <a:extLst>
              <a:ext uri="{FF2B5EF4-FFF2-40B4-BE49-F238E27FC236}">
                <a16:creationId xmlns:a16="http://schemas.microsoft.com/office/drawing/2014/main" id="{AEA0A46E-C6F7-4A04-BB0D-92879E21441B}"/>
              </a:ext>
            </a:extLst>
          </p:cNvPr>
          <p:cNvSpPr>
            <a:spLocks noGrp="1"/>
          </p:cNvSpPr>
          <p:nvPr>
            <p:ph idx="1"/>
          </p:nvPr>
        </p:nvSpPr>
        <p:spPr/>
        <p:txBody>
          <a:bodyPr/>
          <a:lstStyle/>
          <a:p>
            <a:r>
              <a:rPr lang="en-US" dirty="0"/>
              <a:t>Specialized teams</a:t>
            </a:r>
          </a:p>
          <a:p>
            <a:pPr lvl="1"/>
            <a:r>
              <a:rPr lang="en-US" dirty="0"/>
              <a:t>Security operations</a:t>
            </a:r>
          </a:p>
          <a:p>
            <a:pPr lvl="1"/>
            <a:r>
              <a:rPr lang="en-US" dirty="0"/>
              <a:t>IT operations</a:t>
            </a:r>
          </a:p>
          <a:p>
            <a:pPr lvl="1"/>
            <a:r>
              <a:rPr lang="en-US" dirty="0"/>
              <a:t>Audit</a:t>
            </a:r>
          </a:p>
          <a:p>
            <a:pPr lvl="1"/>
            <a:r>
              <a:rPr lang="en-US" dirty="0"/>
              <a:t>Incident response</a:t>
            </a:r>
          </a:p>
          <a:p>
            <a:pPr lvl="1"/>
            <a:r>
              <a:rPr lang="en-US" dirty="0"/>
              <a:t>Legal</a:t>
            </a:r>
          </a:p>
          <a:p>
            <a:r>
              <a:rPr lang="en-US" dirty="0"/>
              <a:t>Geographically dispersed</a:t>
            </a:r>
          </a:p>
          <a:p>
            <a:r>
              <a:rPr lang="en-US" dirty="0"/>
              <a:t>Lack of transparency</a:t>
            </a:r>
          </a:p>
        </p:txBody>
      </p:sp>
    </p:spTree>
    <p:extLst>
      <p:ext uri="{BB962C8B-B14F-4D97-AF65-F5344CB8AC3E}">
        <p14:creationId xmlns:p14="http://schemas.microsoft.com/office/powerpoint/2010/main" val="560624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BSIMM</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2634" y="1371600"/>
            <a:ext cx="8946731"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438400" y="3962400"/>
            <a:ext cx="7315201" cy="2209800"/>
          </a:xfrm>
          <a:prstGeom prst="rect">
            <a:avLst/>
          </a:prstGeom>
          <a:noFill/>
        </p:spPr>
        <p:txBody>
          <a:bodyPr wrap="square" rtlCol="0">
            <a:noAutofit/>
          </a:bodyPr>
          <a:lstStyle/>
          <a:p>
            <a:pPr marL="457200" indent="-457200">
              <a:buFont typeface="Arial" pitchFamily="34" charset="0"/>
              <a:buChar char="•"/>
            </a:pPr>
            <a:r>
              <a:rPr lang="en-US" sz="2800" dirty="0"/>
              <a:t>110 activities divided into 12 practices</a:t>
            </a:r>
          </a:p>
          <a:p>
            <a:pPr marL="457200" indent="-457200">
              <a:buFont typeface="Arial" pitchFamily="34" charset="0"/>
              <a:buChar char="•"/>
            </a:pPr>
            <a:r>
              <a:rPr lang="en-US" sz="2800" dirty="0"/>
              <a:t>Largely used by security professionals to compare efforts at competitive firms</a:t>
            </a:r>
          </a:p>
          <a:p>
            <a:pPr marL="457200" indent="-457200">
              <a:buFont typeface="Arial" pitchFamily="34" charset="0"/>
              <a:buChar char="•"/>
            </a:pPr>
            <a:r>
              <a:rPr lang="en-US" sz="2800" dirty="0"/>
              <a:t>The more “mature” an organization the more activities are attempted</a:t>
            </a:r>
          </a:p>
          <a:p>
            <a:pPr marL="457200" indent="-457200">
              <a:buFont typeface="Arial" pitchFamily="34" charset="0"/>
              <a:buChar char="•"/>
            </a:pPr>
            <a:endParaRPr lang="en-US" sz="2800" dirty="0"/>
          </a:p>
        </p:txBody>
      </p:sp>
    </p:spTree>
    <p:extLst>
      <p:ext uri="{BB962C8B-B14F-4D97-AF65-F5344CB8AC3E}">
        <p14:creationId xmlns:p14="http://schemas.microsoft.com/office/powerpoint/2010/main" val="3632957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BSIMM Categories</a:t>
            </a:r>
          </a:p>
        </p:txBody>
      </p:sp>
      <p:pic>
        <p:nvPicPr>
          <p:cNvPr id="8" name="Content Placeholder 7" descr="Screen Clipping"/>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28801" y="1042651"/>
            <a:ext cx="8381999" cy="5745524"/>
          </a:xfrm>
        </p:spPr>
      </p:pic>
    </p:spTree>
    <p:extLst>
      <p:ext uri="{BB962C8B-B14F-4D97-AF65-F5344CB8AC3E}">
        <p14:creationId xmlns:p14="http://schemas.microsoft.com/office/powerpoint/2010/main" val="3519548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UNH AUP</a:t>
            </a:r>
          </a:p>
        </p:txBody>
      </p:sp>
      <p:sp>
        <p:nvSpPr>
          <p:cNvPr id="3" name="Content Placeholder 2"/>
          <p:cNvSpPr>
            <a:spLocks noGrp="1"/>
          </p:cNvSpPr>
          <p:nvPr>
            <p:ph idx="1"/>
          </p:nvPr>
        </p:nvSpPr>
        <p:spPr/>
        <p:txBody>
          <a:bodyPr>
            <a:normAutofit fontScale="85000" lnSpcReduction="20000"/>
          </a:bodyPr>
          <a:lstStyle/>
          <a:p>
            <a:pPr marL="0" indent="0">
              <a:buNone/>
            </a:pPr>
            <a:r>
              <a:rPr lang="en-US" b="1" dirty="0"/>
              <a:t>5.1.2</a:t>
            </a:r>
            <a:r>
              <a:rPr lang="en-US" dirty="0"/>
              <a:t>   Use of information technology resources can be broadly categorized as acceptable, allowable, or prohibited.</a:t>
            </a:r>
          </a:p>
          <a:p>
            <a:pPr marL="0" indent="0">
              <a:buNone/>
            </a:pPr>
            <a:r>
              <a:rPr lang="en-US" b="1" dirty="0"/>
              <a:t>5.1.3</a:t>
            </a:r>
            <a:r>
              <a:rPr lang="en-US" dirty="0"/>
              <a:t>   </a:t>
            </a:r>
            <a:r>
              <a:rPr lang="en-US" u="sng" dirty="0"/>
              <a:t>Acceptable</a:t>
            </a:r>
            <a:r>
              <a:rPr lang="en-US" dirty="0"/>
              <a:t> use of information technology resources is legal use consistent with the mission of the University of New Hampshire, i.e., use that furthers the University's mission of learning and teaching, research, and outreach.</a:t>
            </a:r>
          </a:p>
          <a:p>
            <a:pPr marL="0" indent="0">
              <a:buNone/>
            </a:pPr>
            <a:r>
              <a:rPr lang="en-US" b="1" dirty="0"/>
              <a:t>5.1.4</a:t>
            </a:r>
            <a:r>
              <a:rPr lang="en-US" dirty="0"/>
              <a:t>   </a:t>
            </a:r>
            <a:r>
              <a:rPr lang="en-US" u="sng" dirty="0"/>
              <a:t>Allowable</a:t>
            </a:r>
            <a:r>
              <a:rPr lang="en-US" dirty="0"/>
              <a:t> use is legal use for other purposes that do not impinge on acceptable use. The amount of allowable use will vary over time based on the capacity reserve of information technology resources available beyond Acceptable use.</a:t>
            </a:r>
          </a:p>
          <a:p>
            <a:pPr marL="0" indent="0">
              <a:buNone/>
            </a:pPr>
            <a:r>
              <a:rPr lang="en-US" b="1" dirty="0"/>
              <a:t>5.1.5</a:t>
            </a:r>
            <a:r>
              <a:rPr lang="en-US" dirty="0"/>
              <a:t>   </a:t>
            </a:r>
            <a:r>
              <a:rPr lang="en-US" u="sng" dirty="0"/>
              <a:t>Prohibited</a:t>
            </a:r>
            <a:r>
              <a:rPr lang="en-US" dirty="0"/>
              <a:t> use is illegal use and all other use that is neither acceptable nor allowable.</a:t>
            </a:r>
          </a:p>
        </p:txBody>
      </p:sp>
    </p:spTree>
    <p:extLst>
      <p:ext uri="{BB962C8B-B14F-4D97-AF65-F5344CB8AC3E}">
        <p14:creationId xmlns:p14="http://schemas.microsoft.com/office/powerpoint/2010/main" val="3115975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AUP Goals</a:t>
            </a:r>
          </a:p>
        </p:txBody>
      </p:sp>
      <p:sp>
        <p:nvSpPr>
          <p:cNvPr id="3" name="Content Placeholder 2"/>
          <p:cNvSpPr>
            <a:spLocks noGrp="1"/>
          </p:cNvSpPr>
          <p:nvPr>
            <p:ph idx="1"/>
          </p:nvPr>
        </p:nvSpPr>
        <p:spPr/>
        <p:txBody>
          <a:bodyPr>
            <a:normAutofit lnSpcReduction="10000"/>
          </a:bodyPr>
          <a:lstStyle/>
          <a:p>
            <a:pPr marL="0" indent="0">
              <a:buNone/>
            </a:pPr>
            <a:r>
              <a:rPr lang="en-US" b="1" dirty="0"/>
              <a:t>5.2.1</a:t>
            </a:r>
            <a:r>
              <a:rPr lang="en-US" dirty="0"/>
              <a:t>   To ensure the integrity, reliability, availability, and performance of IT resources.</a:t>
            </a:r>
          </a:p>
          <a:p>
            <a:pPr marL="0" indent="0">
              <a:buNone/>
            </a:pPr>
            <a:r>
              <a:rPr lang="en-US" b="1" dirty="0"/>
              <a:t>5.2.2</a:t>
            </a:r>
            <a:r>
              <a:rPr lang="en-US" dirty="0"/>
              <a:t>   To ensure that use of IT resources is consistent with the principles and values that govern use of other University facilities and services.</a:t>
            </a:r>
          </a:p>
          <a:p>
            <a:pPr marL="0" indent="0">
              <a:buNone/>
            </a:pPr>
            <a:r>
              <a:rPr lang="en-US" b="1" dirty="0"/>
              <a:t>5.2.3</a:t>
            </a:r>
            <a:r>
              <a:rPr lang="en-US" dirty="0"/>
              <a:t>   To ensure that IT resources are used for their intended purposes.</a:t>
            </a:r>
          </a:p>
          <a:p>
            <a:pPr marL="0" indent="0">
              <a:buNone/>
            </a:pPr>
            <a:r>
              <a:rPr lang="en-US" b="1" dirty="0"/>
              <a:t>5.2.4</a:t>
            </a:r>
            <a:r>
              <a:rPr lang="en-US" dirty="0"/>
              <a:t>   To establish processes for addressing policy violations and sanctions for those committing violations.</a:t>
            </a:r>
          </a:p>
        </p:txBody>
      </p:sp>
    </p:spTree>
    <p:extLst>
      <p:ext uri="{BB962C8B-B14F-4D97-AF65-F5344CB8AC3E}">
        <p14:creationId xmlns:p14="http://schemas.microsoft.com/office/powerpoint/2010/main" val="1628189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AUP Scope</a:t>
            </a:r>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5.4.1</a:t>
            </a:r>
            <a:r>
              <a:rPr lang="en-US" dirty="0"/>
              <a:t>   This Policy applies to all users of IT resources, including but not limited to University students, faculty, and staff, and to the use of all IT resources. These include systems, networks, and facilities administered by Computing and Information Services (CIS), as well as those administered by individual schools, departments, University laboratories, and other University-based entities. This includes the general public.</a:t>
            </a:r>
          </a:p>
          <a:p>
            <a:pPr marL="0" indent="0">
              <a:buNone/>
            </a:pPr>
            <a:r>
              <a:rPr lang="en-US" b="1" dirty="0"/>
              <a:t>5.4.2</a:t>
            </a:r>
            <a:r>
              <a:rPr lang="en-US" dirty="0"/>
              <a:t>   Use of University IT resources, even when carried out on a privately owned computer that is not managed or maintained by the University, is governed by this policy.</a:t>
            </a:r>
          </a:p>
        </p:txBody>
      </p:sp>
    </p:spTree>
    <p:extLst>
      <p:ext uri="{BB962C8B-B14F-4D97-AF65-F5344CB8AC3E}">
        <p14:creationId xmlns:p14="http://schemas.microsoft.com/office/powerpoint/2010/main" val="1135028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lnSpcReduction="10000"/>
          </a:bodyPr>
          <a:lstStyle/>
          <a:p>
            <a:r>
              <a:rPr lang="en-US" b="1" dirty="0"/>
              <a:t>Security Tools</a:t>
            </a:r>
          </a:p>
          <a:p>
            <a:r>
              <a:rPr lang="en-US" sz="2600" i="1" dirty="0"/>
              <a:t>Scanners</a:t>
            </a:r>
          </a:p>
          <a:p>
            <a:r>
              <a:rPr lang="en-US" sz="2600" i="1" dirty="0"/>
              <a:t>Sniffers</a:t>
            </a:r>
          </a:p>
          <a:p>
            <a:r>
              <a:rPr lang="en-US" sz="2600" i="1" dirty="0"/>
              <a:t>Proxies</a:t>
            </a:r>
          </a:p>
          <a:p>
            <a:r>
              <a:rPr lang="en-US" sz="2600" i="1" dirty="0"/>
              <a:t>Frameworks</a:t>
            </a:r>
          </a:p>
        </p:txBody>
      </p:sp>
      <p:sp>
        <p:nvSpPr>
          <p:cNvPr id="4" name="Title 3"/>
          <p:cNvSpPr>
            <a:spLocks noGrp="1"/>
          </p:cNvSpPr>
          <p:nvPr>
            <p:ph type="ctrTitle"/>
          </p:nvPr>
        </p:nvSpPr>
        <p:spPr/>
        <p:txBody>
          <a:bodyPr/>
          <a:lstStyle/>
          <a:p>
            <a:endParaRPr lang="en-US"/>
          </a:p>
        </p:txBody>
      </p:sp>
    </p:spTree>
    <p:extLst>
      <p:ext uri="{BB962C8B-B14F-4D97-AF65-F5344CB8AC3E}">
        <p14:creationId xmlns:p14="http://schemas.microsoft.com/office/powerpoint/2010/main" val="730048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a:t>
            </a:r>
          </a:p>
        </p:txBody>
      </p:sp>
      <p:sp>
        <p:nvSpPr>
          <p:cNvPr id="3" name="Content Placeholder 2"/>
          <p:cNvSpPr>
            <a:spLocks noGrp="1"/>
          </p:cNvSpPr>
          <p:nvPr>
            <p:ph idx="1"/>
          </p:nvPr>
        </p:nvSpPr>
        <p:spPr/>
        <p:txBody>
          <a:bodyPr vert="horz" lIns="91440" tIns="45720" rIns="91440" bIns="45720" rtlCol="0" anchor="t">
            <a:normAutofit fontScale="92500" lnSpcReduction="20000"/>
          </a:bodyPr>
          <a:lstStyle/>
          <a:p>
            <a:r>
              <a:rPr lang="en-US" sz="2800" dirty="0">
                <a:hlinkClick r:id="rId2"/>
              </a:rPr>
              <a:t>http://sectools.org/</a:t>
            </a:r>
            <a:endParaRPr lang="en-US" sz="2800" dirty="0"/>
          </a:p>
          <a:p>
            <a:pPr lvl="1"/>
            <a:r>
              <a:rPr lang="en-US" sz="2400" dirty="0"/>
              <a:t>A little dated but good list of popular tools</a:t>
            </a:r>
          </a:p>
          <a:p>
            <a:r>
              <a:rPr lang="en-US" sz="2800" dirty="0">
                <a:ea typeface="+mn-lt"/>
                <a:cs typeface="+mn-lt"/>
                <a:hlinkClick r:id="rId3"/>
              </a:rPr>
              <a:t>https://resources.infosecinstitute.com/category/certifications-training/ceh/ethical-hacking-tools/#gref</a:t>
            </a:r>
            <a:endParaRPr lang="en-US" sz="2800" dirty="0">
              <a:cs typeface="Calibri"/>
            </a:endParaRPr>
          </a:p>
          <a:p>
            <a:pPr lvl="1"/>
            <a:r>
              <a:rPr lang="en-US" sz="2400">
                <a:cs typeface="Calibri"/>
              </a:rPr>
              <a:t>Short list more up todate</a:t>
            </a:r>
            <a:endParaRPr lang="en-US" sz="2400" dirty="0">
              <a:cs typeface="Calibri"/>
            </a:endParaRPr>
          </a:p>
          <a:p>
            <a:r>
              <a:rPr lang="en-US" sz="2800" dirty="0">
                <a:hlinkClick r:id="rId4"/>
              </a:rPr>
              <a:t>https://www.owasp.org/index.php/Phoenix/Tools</a:t>
            </a:r>
            <a:endParaRPr lang="en-US" sz="2800" dirty="0"/>
          </a:p>
          <a:p>
            <a:pPr lvl="1"/>
            <a:r>
              <a:rPr lang="en-US" sz="2400" dirty="0"/>
              <a:t>Long list organized by function</a:t>
            </a:r>
          </a:p>
          <a:p>
            <a:pPr lvl="1"/>
            <a:r>
              <a:rPr lang="en-US" sz="2400" dirty="0"/>
              <a:t>Includes cheat sheets</a:t>
            </a:r>
          </a:p>
          <a:p>
            <a:r>
              <a:rPr lang="en-US" sz="2800" dirty="0">
                <a:hlinkClick r:id="rId5"/>
              </a:rPr>
              <a:t>http://rumkin.com/tools/cipher/</a:t>
            </a:r>
            <a:endParaRPr lang="en-US" sz="2800" dirty="0"/>
          </a:p>
          <a:p>
            <a:pPr lvl="1"/>
            <a:r>
              <a:rPr lang="en-US" sz="2400" dirty="0"/>
              <a:t>Crypto tools</a:t>
            </a:r>
          </a:p>
          <a:p>
            <a:r>
              <a:rPr lang="en-US" sz="2400" dirty="0">
                <a:hlinkClick r:id="rId6"/>
              </a:rPr>
              <a:t>http://www.amanhardikar.com/mindmaps/Practice.html</a:t>
            </a:r>
            <a:endParaRPr lang="en-US" sz="2400" dirty="0"/>
          </a:p>
          <a:p>
            <a:pPr lvl="1"/>
            <a:r>
              <a:rPr lang="en-US" sz="2400" dirty="0"/>
              <a:t>Practice sites</a:t>
            </a:r>
          </a:p>
          <a:p>
            <a:r>
              <a:rPr lang="en-US" sz="2800" dirty="0"/>
              <a:t>Browser plugins</a:t>
            </a:r>
          </a:p>
          <a:p>
            <a:pPr lvl="1"/>
            <a:endParaRPr lang="en-US" sz="2400" dirty="0"/>
          </a:p>
        </p:txBody>
      </p:sp>
    </p:spTree>
    <p:extLst>
      <p:ext uri="{BB962C8B-B14F-4D97-AF65-F5344CB8AC3E}">
        <p14:creationId xmlns:p14="http://schemas.microsoft.com/office/powerpoint/2010/main" val="3411932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Really basic:  Nmap and </a:t>
            </a:r>
            <a:r>
              <a:rPr lang="en-US" dirty="0" err="1"/>
              <a:t>Netcat</a:t>
            </a:r>
            <a:r>
              <a:rPr lang="en-US" dirty="0"/>
              <a:t> (</a:t>
            </a:r>
            <a:r>
              <a:rPr lang="en-US" dirty="0" err="1"/>
              <a:t>nc</a:t>
            </a:r>
            <a:r>
              <a:rPr lang="en-US" dirty="0"/>
              <a:t>)</a:t>
            </a:r>
          </a:p>
        </p:txBody>
      </p:sp>
      <p:sp>
        <p:nvSpPr>
          <p:cNvPr id="3" name="Content Placeholder 2"/>
          <p:cNvSpPr>
            <a:spLocks noGrp="1"/>
          </p:cNvSpPr>
          <p:nvPr>
            <p:ph idx="1"/>
          </p:nvPr>
        </p:nvSpPr>
        <p:spPr/>
        <p:txBody>
          <a:bodyPr>
            <a:normAutofit fontScale="92500" lnSpcReduction="10000"/>
          </a:bodyPr>
          <a:lstStyle/>
          <a:p>
            <a:r>
              <a:rPr lang="en-US" dirty="0"/>
              <a:t>Port scan</a:t>
            </a:r>
          </a:p>
          <a:p>
            <a:pPr lvl="1"/>
            <a:r>
              <a:rPr lang="en-US" dirty="0" err="1"/>
              <a:t>nmap</a:t>
            </a:r>
            <a:r>
              <a:rPr lang="en-US" dirty="0"/>
              <a:t> </a:t>
            </a:r>
            <a:r>
              <a:rPr lang="en-US" dirty="0" err="1"/>
              <a:t>localhost</a:t>
            </a:r>
            <a:endParaRPr lang="en-US" dirty="0"/>
          </a:p>
          <a:p>
            <a:r>
              <a:rPr lang="en-US" dirty="0" err="1"/>
              <a:t>Netcat</a:t>
            </a:r>
            <a:r>
              <a:rPr lang="en-US" dirty="0"/>
              <a:t> (</a:t>
            </a:r>
            <a:r>
              <a:rPr lang="en-US" dirty="0" err="1"/>
              <a:t>nc</a:t>
            </a:r>
            <a:r>
              <a:rPr lang="en-US" dirty="0"/>
              <a:t>)</a:t>
            </a:r>
          </a:p>
          <a:p>
            <a:pPr lvl="1"/>
            <a:r>
              <a:rPr lang="en-US" dirty="0"/>
              <a:t>Simple chat</a:t>
            </a:r>
          </a:p>
          <a:p>
            <a:pPr lvl="2"/>
            <a:r>
              <a:rPr lang="en-US" dirty="0" err="1"/>
              <a:t>nc</a:t>
            </a:r>
            <a:r>
              <a:rPr lang="en-US" dirty="0"/>
              <a:t> –l &lt;host&gt; 1111 (with) </a:t>
            </a:r>
            <a:r>
              <a:rPr lang="en-US" dirty="0" err="1"/>
              <a:t>nc</a:t>
            </a:r>
            <a:r>
              <a:rPr lang="en-US" dirty="0"/>
              <a:t> &lt;host&gt; 1111</a:t>
            </a:r>
          </a:p>
          <a:p>
            <a:pPr lvl="1"/>
            <a:r>
              <a:rPr lang="en-US" dirty="0"/>
              <a:t>Simple browser</a:t>
            </a:r>
          </a:p>
          <a:p>
            <a:pPr lvl="2"/>
            <a:r>
              <a:rPr lang="en-US" dirty="0" err="1"/>
              <a:t>nc</a:t>
            </a:r>
            <a:r>
              <a:rPr lang="en-US" dirty="0"/>
              <a:t> &lt;host&gt; 80 (with) GET /</a:t>
            </a:r>
          </a:p>
          <a:p>
            <a:pPr lvl="1"/>
            <a:r>
              <a:rPr lang="en-US" dirty="0"/>
              <a:t>Simple FTP</a:t>
            </a:r>
          </a:p>
          <a:p>
            <a:pPr lvl="2"/>
            <a:r>
              <a:rPr lang="en-US" dirty="0" err="1"/>
              <a:t>nc</a:t>
            </a:r>
            <a:r>
              <a:rPr lang="en-US" dirty="0"/>
              <a:t> –l 1133 &gt; </a:t>
            </a:r>
            <a:r>
              <a:rPr lang="en-US" dirty="0" err="1"/>
              <a:t>outfile</a:t>
            </a:r>
            <a:r>
              <a:rPr lang="en-US" dirty="0"/>
              <a:t> (with) </a:t>
            </a:r>
            <a:r>
              <a:rPr lang="en-US" dirty="0" err="1"/>
              <a:t>nc</a:t>
            </a:r>
            <a:r>
              <a:rPr lang="en-US" dirty="0"/>
              <a:t> &lt;host&gt; 1133 &lt; </a:t>
            </a:r>
            <a:r>
              <a:rPr lang="en-US" dirty="0" err="1"/>
              <a:t>infile</a:t>
            </a:r>
            <a:endParaRPr lang="en-US" dirty="0"/>
          </a:p>
          <a:p>
            <a:pPr lvl="1"/>
            <a:r>
              <a:rPr lang="en-US" dirty="0"/>
              <a:t>Simple Webserver</a:t>
            </a:r>
          </a:p>
          <a:p>
            <a:pPr lvl="2"/>
            <a:r>
              <a:rPr lang="en-US" dirty="0"/>
              <a:t>while true; do </a:t>
            </a:r>
            <a:r>
              <a:rPr lang="en-US" dirty="0" err="1"/>
              <a:t>nc</a:t>
            </a:r>
            <a:r>
              <a:rPr lang="en-US" dirty="0"/>
              <a:t> -l 8080 -q 1 &lt; index.html; done</a:t>
            </a:r>
          </a:p>
          <a:p>
            <a:pPr lvl="2"/>
            <a:endParaRPr lang="en-US" dirty="0"/>
          </a:p>
          <a:p>
            <a:endParaRPr lang="en-US" dirty="0"/>
          </a:p>
        </p:txBody>
      </p:sp>
    </p:spTree>
    <p:extLst>
      <p:ext uri="{BB962C8B-B14F-4D97-AF65-F5344CB8AC3E}">
        <p14:creationId xmlns:p14="http://schemas.microsoft.com/office/powerpoint/2010/main" val="3486695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Prebuilt Tool Sets - Live CD / Virtual Box</a:t>
            </a:r>
          </a:p>
        </p:txBody>
      </p:sp>
      <p:sp>
        <p:nvSpPr>
          <p:cNvPr id="3" name="Content Placeholder 2"/>
          <p:cNvSpPr>
            <a:spLocks noGrp="1"/>
          </p:cNvSpPr>
          <p:nvPr>
            <p:ph idx="1"/>
          </p:nvPr>
        </p:nvSpPr>
        <p:spPr/>
        <p:txBody>
          <a:bodyPr>
            <a:normAutofit/>
          </a:bodyPr>
          <a:lstStyle/>
          <a:p>
            <a:r>
              <a:rPr lang="en-US" dirty="0"/>
              <a:t>Kali  </a:t>
            </a:r>
            <a:r>
              <a:rPr lang="en-US" sz="2800" i="1" dirty="0"/>
              <a:t>(pen test focus) </a:t>
            </a:r>
            <a:endParaRPr lang="en-US" sz="2400" i="1" dirty="0"/>
          </a:p>
          <a:p>
            <a:pPr lvl="1"/>
            <a:r>
              <a:rPr lang="en-US" i="1" dirty="0">
                <a:hlinkClick r:id="rId3"/>
              </a:rPr>
              <a:t>http://www.kali.org</a:t>
            </a:r>
            <a:endParaRPr lang="en-US" i="1" dirty="0"/>
          </a:p>
          <a:p>
            <a:r>
              <a:rPr lang="en-US" dirty="0"/>
              <a:t>SIFT </a:t>
            </a:r>
            <a:r>
              <a:rPr lang="en-US" sz="2800" i="1" dirty="0"/>
              <a:t>(SANS Investigative Forensic Toolkit)</a:t>
            </a:r>
          </a:p>
          <a:p>
            <a:pPr lvl="1"/>
            <a:r>
              <a:rPr lang="en-US" i="1" dirty="0">
                <a:hlinkClick r:id="rId4"/>
              </a:rPr>
              <a:t>http://digital-forensics.sans.org/community/downloads</a:t>
            </a:r>
            <a:r>
              <a:rPr lang="en-US" sz="2400" i="1" dirty="0"/>
              <a:t> </a:t>
            </a:r>
          </a:p>
          <a:p>
            <a:r>
              <a:rPr lang="en-US" dirty="0"/>
              <a:t>OWASP WTE </a:t>
            </a:r>
            <a:r>
              <a:rPr lang="en-US" sz="2800" i="1" dirty="0"/>
              <a:t>(web app testing focus)</a:t>
            </a:r>
          </a:p>
          <a:p>
            <a:pPr lvl="1"/>
            <a:r>
              <a:rPr lang="en-US" i="1" dirty="0">
                <a:hlinkClick r:id="rId5"/>
              </a:rPr>
              <a:t>http://appseclive.org/</a:t>
            </a:r>
          </a:p>
          <a:p>
            <a:endParaRPr lang="en-US" sz="2800" i="1" dirty="0"/>
          </a:p>
        </p:txBody>
      </p:sp>
    </p:spTree>
    <p:extLst>
      <p:ext uri="{BB962C8B-B14F-4D97-AF65-F5344CB8AC3E}">
        <p14:creationId xmlns:p14="http://schemas.microsoft.com/office/powerpoint/2010/main" val="788422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lnSpcReduction="10000"/>
          </a:bodyPr>
          <a:lstStyle/>
          <a:p>
            <a:r>
              <a:rPr lang="en-US" b="1" dirty="0"/>
              <a:t>Network Defense</a:t>
            </a:r>
          </a:p>
          <a:p>
            <a:r>
              <a:rPr lang="en-US" sz="2600" i="1" dirty="0"/>
              <a:t>Firewalls</a:t>
            </a:r>
          </a:p>
          <a:p>
            <a:r>
              <a:rPr lang="en-US" sz="2600" i="1" dirty="0"/>
              <a:t>Proxies</a:t>
            </a:r>
          </a:p>
          <a:p>
            <a:r>
              <a:rPr lang="en-US" sz="2600" i="1" dirty="0"/>
              <a:t>Virtual Private Networks (VPN)</a:t>
            </a:r>
          </a:p>
          <a:p>
            <a:r>
              <a:rPr lang="en-US" sz="2600" i="1" dirty="0"/>
              <a:t>Intrusion Prevention Systems (IPS)</a:t>
            </a:r>
          </a:p>
        </p:txBody>
      </p:sp>
      <p:sp>
        <p:nvSpPr>
          <p:cNvPr id="3" name="Title 2">
            <a:extLst>
              <a:ext uri="{FF2B5EF4-FFF2-40B4-BE49-F238E27FC236}">
                <a16:creationId xmlns:a16="http://schemas.microsoft.com/office/drawing/2014/main" id="{5AEBA1D3-666A-4FD1-B889-EB987F8D4F7B}"/>
              </a:ext>
            </a:extLst>
          </p:cNvPr>
          <p:cNvSpPr>
            <a:spLocks noGrp="1"/>
          </p:cNvSpPr>
          <p:nvPr>
            <p:ph type="ctrTitle"/>
          </p:nvPr>
        </p:nvSpPr>
        <p:spPr/>
        <p:txBody>
          <a:bodyPr/>
          <a:lstStyle/>
          <a:p>
            <a:endParaRPr lang="en-US"/>
          </a:p>
        </p:txBody>
      </p:sp>
    </p:spTree>
    <p:extLst>
      <p:ext uri="{BB962C8B-B14F-4D97-AF65-F5344CB8AC3E}">
        <p14:creationId xmlns:p14="http://schemas.microsoft.com/office/powerpoint/2010/main" val="149156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Enterprise Network Defense</a:t>
            </a:r>
          </a:p>
        </p:txBody>
      </p:sp>
      <p:pic>
        <p:nvPicPr>
          <p:cNvPr id="4" name="Content Placeholder 3"/>
          <p:cNvPicPr>
            <a:picLocks noGrp="1" noChangeAspect="1"/>
          </p:cNvPicPr>
          <p:nvPr>
            <p:ph idx="1"/>
          </p:nvPr>
        </p:nvPicPr>
        <p:blipFill>
          <a:blip r:embed="rId3"/>
          <a:stretch>
            <a:fillRect/>
          </a:stretch>
        </p:blipFill>
        <p:spPr>
          <a:xfrm>
            <a:off x="1600201" y="770182"/>
            <a:ext cx="8991600" cy="5957398"/>
          </a:xfrm>
          <a:prstGeom prst="rect">
            <a:avLst/>
          </a:prstGeom>
        </p:spPr>
      </p:pic>
    </p:spTree>
    <p:extLst>
      <p:ext uri="{BB962C8B-B14F-4D97-AF65-F5344CB8AC3E}">
        <p14:creationId xmlns:p14="http://schemas.microsoft.com/office/powerpoint/2010/main" val="1620968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Private Addressing : RFC 1918</a:t>
            </a:r>
          </a:p>
        </p:txBody>
      </p:sp>
      <p:sp>
        <p:nvSpPr>
          <p:cNvPr id="3" name="Content Placeholder 2"/>
          <p:cNvSpPr>
            <a:spLocks noGrp="1"/>
          </p:cNvSpPr>
          <p:nvPr>
            <p:ph idx="1"/>
          </p:nvPr>
        </p:nvSpPr>
        <p:spPr/>
        <p:txBody>
          <a:bodyPr>
            <a:normAutofit lnSpcReduction="10000"/>
          </a:bodyPr>
          <a:lstStyle/>
          <a:p>
            <a:r>
              <a:rPr lang="en-US" dirty="0"/>
              <a:t>Subnet masks the Internet does not route</a:t>
            </a:r>
          </a:p>
          <a:p>
            <a:pPr lvl="1"/>
            <a:r>
              <a:rPr lang="en-US" dirty="0"/>
              <a:t>10.0.0.0/8</a:t>
            </a:r>
          </a:p>
          <a:p>
            <a:pPr lvl="1"/>
            <a:r>
              <a:rPr lang="en-US" dirty="0"/>
              <a:t>172.16.0.0/20</a:t>
            </a:r>
          </a:p>
          <a:p>
            <a:pPr lvl="1"/>
            <a:r>
              <a:rPr lang="en-US" dirty="0"/>
              <a:t>192.168.0.0/16</a:t>
            </a:r>
          </a:p>
          <a:p>
            <a:pPr lvl="1"/>
            <a:r>
              <a:rPr lang="en-US" dirty="0"/>
              <a:t>Fd00::/8</a:t>
            </a:r>
          </a:p>
          <a:p>
            <a:r>
              <a:rPr lang="en-US" dirty="0"/>
              <a:t>Carrier allocation 100.64.0.0/10</a:t>
            </a:r>
          </a:p>
          <a:p>
            <a:r>
              <a:rPr lang="en-US" dirty="0"/>
              <a:t>Special</a:t>
            </a:r>
          </a:p>
          <a:p>
            <a:pPr lvl="1"/>
            <a:r>
              <a:rPr lang="en-US" dirty="0"/>
              <a:t>169.254.0.0/16  auto-configuration</a:t>
            </a:r>
          </a:p>
          <a:p>
            <a:pPr lvl="1"/>
            <a:r>
              <a:rPr lang="en-US" dirty="0"/>
              <a:t>127.0.0.1/32 </a:t>
            </a:r>
            <a:r>
              <a:rPr lang="en-US" dirty="0" err="1"/>
              <a:t>localhost</a:t>
            </a:r>
            <a:endParaRPr lang="en-US" dirty="0"/>
          </a:p>
        </p:txBody>
      </p:sp>
    </p:spTree>
    <p:extLst>
      <p:ext uri="{BB962C8B-B14F-4D97-AF65-F5344CB8AC3E}">
        <p14:creationId xmlns:p14="http://schemas.microsoft.com/office/powerpoint/2010/main" val="29946845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Firewall Definition</a:t>
            </a:r>
          </a:p>
        </p:txBody>
      </p:sp>
      <p:sp>
        <p:nvSpPr>
          <p:cNvPr id="3" name="Content Placeholder 2"/>
          <p:cNvSpPr>
            <a:spLocks noGrp="1"/>
          </p:cNvSpPr>
          <p:nvPr>
            <p:ph idx="1"/>
          </p:nvPr>
        </p:nvSpPr>
        <p:spPr/>
        <p:txBody>
          <a:bodyPr>
            <a:normAutofit/>
          </a:bodyPr>
          <a:lstStyle/>
          <a:p>
            <a:r>
              <a:rPr lang="en-US" dirty="0"/>
              <a:t>A </a:t>
            </a:r>
            <a:r>
              <a:rPr lang="en-US" b="1" dirty="0"/>
              <a:t>firewall</a:t>
            </a:r>
            <a:r>
              <a:rPr lang="en-US" dirty="0"/>
              <a:t> is a part of a computer system or network that is designed to block unauthorized access while permitting authorized communications. It is a device or set of devices that is configured to permit or deny network transmissions based upon a set of rules and other criteria. </a:t>
            </a:r>
          </a:p>
        </p:txBody>
      </p:sp>
    </p:spTree>
    <p:extLst>
      <p:ext uri="{BB962C8B-B14F-4D97-AF65-F5344CB8AC3E}">
        <p14:creationId xmlns:p14="http://schemas.microsoft.com/office/powerpoint/2010/main" val="116808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242485-C229-4715-977D-8DEA09D872DC}"/>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3753A391-7204-4B06-B9FA-8977D4A6863F}"/>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F39F06D-9EF2-4089-9061-B880B9692602}"/>
              </a:ext>
            </a:extLst>
          </p:cNvPr>
          <p:cNvPicPr>
            <a:picLocks noChangeAspect="1"/>
          </p:cNvPicPr>
          <p:nvPr/>
        </p:nvPicPr>
        <p:blipFill>
          <a:blip r:embed="rId2"/>
          <a:stretch>
            <a:fillRect/>
          </a:stretch>
        </p:blipFill>
        <p:spPr>
          <a:xfrm>
            <a:off x="2209800" y="134685"/>
            <a:ext cx="7696200" cy="6654517"/>
          </a:xfrm>
          <a:prstGeom prst="rect">
            <a:avLst/>
          </a:prstGeom>
        </p:spPr>
      </p:pic>
      <p:sp>
        <p:nvSpPr>
          <p:cNvPr id="5" name="Rectangle: Rounded Corners 4">
            <a:extLst>
              <a:ext uri="{FF2B5EF4-FFF2-40B4-BE49-F238E27FC236}">
                <a16:creationId xmlns:a16="http://schemas.microsoft.com/office/drawing/2014/main" id="{492DD150-FA52-428E-A681-60C16EF73044}"/>
              </a:ext>
            </a:extLst>
          </p:cNvPr>
          <p:cNvSpPr/>
          <p:nvPr/>
        </p:nvSpPr>
        <p:spPr>
          <a:xfrm>
            <a:off x="6324600" y="3429000"/>
            <a:ext cx="3124200" cy="1371600"/>
          </a:xfrm>
          <a:prstGeom prst="roundRect">
            <a:avLst>
              <a:gd name="adj" fmla="val 2831"/>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HISTORIC FIREWALL</a:t>
            </a:r>
          </a:p>
        </p:txBody>
      </p:sp>
    </p:spTree>
    <p:extLst>
      <p:ext uri="{BB962C8B-B14F-4D97-AF65-F5344CB8AC3E}">
        <p14:creationId xmlns:p14="http://schemas.microsoft.com/office/powerpoint/2010/main" val="3641167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Historic Firewall Summary</a:t>
            </a:r>
          </a:p>
        </p:txBody>
      </p:sp>
      <p:sp>
        <p:nvSpPr>
          <p:cNvPr id="3" name="Content Placeholder 2"/>
          <p:cNvSpPr>
            <a:spLocks noGrp="1"/>
          </p:cNvSpPr>
          <p:nvPr>
            <p:ph idx="1"/>
          </p:nvPr>
        </p:nvSpPr>
        <p:spPr/>
        <p:txBody>
          <a:bodyPr/>
          <a:lstStyle/>
          <a:p>
            <a:r>
              <a:rPr lang="en-US" dirty="0"/>
              <a:t>Single function computer with two or more network connections</a:t>
            </a:r>
          </a:p>
          <a:p>
            <a:r>
              <a:rPr lang="en-US" dirty="0"/>
              <a:t>Default: deny all</a:t>
            </a:r>
          </a:p>
          <a:p>
            <a:r>
              <a:rPr lang="en-US" dirty="0"/>
              <a:t>Allow specific exceptions</a:t>
            </a:r>
          </a:p>
          <a:p>
            <a:r>
              <a:rPr lang="en-US" dirty="0"/>
              <a:t>Firewall decisions based on header information not data</a:t>
            </a:r>
          </a:p>
          <a:p>
            <a:r>
              <a:rPr lang="en-US" dirty="0"/>
              <a:t>Firewalls rules may or may not be stateful</a:t>
            </a:r>
          </a:p>
          <a:p>
            <a:r>
              <a:rPr lang="en-US" dirty="0"/>
              <a:t>Transport/Network layer firewalls can not make Application layer decisions</a:t>
            </a:r>
          </a:p>
        </p:txBody>
      </p:sp>
    </p:spTree>
    <p:extLst>
      <p:ext uri="{BB962C8B-B14F-4D97-AF65-F5344CB8AC3E}">
        <p14:creationId xmlns:p14="http://schemas.microsoft.com/office/powerpoint/2010/main" val="2500604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Next Generation Firewall</a:t>
            </a:r>
          </a:p>
        </p:txBody>
      </p:sp>
      <p:sp>
        <p:nvSpPr>
          <p:cNvPr id="4" name="Content Placeholder 3">
            <a:extLst>
              <a:ext uri="{FF2B5EF4-FFF2-40B4-BE49-F238E27FC236}">
                <a16:creationId xmlns:a16="http://schemas.microsoft.com/office/drawing/2014/main" id="{EAC8CD22-F4FA-4F69-8E95-E229A62154F7}"/>
              </a:ext>
            </a:extLst>
          </p:cNvPr>
          <p:cNvSpPr>
            <a:spLocks noGrp="1"/>
          </p:cNvSpPr>
          <p:nvPr>
            <p:ph idx="1"/>
          </p:nvPr>
        </p:nvSpPr>
        <p:spPr/>
        <p:txBody>
          <a:bodyPr/>
          <a:lstStyle/>
          <a:p>
            <a:endParaRPr lang="en-US"/>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6450" y="1457326"/>
            <a:ext cx="8039100" cy="479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2209800" y="6336268"/>
            <a:ext cx="3780458" cy="369332"/>
          </a:xfrm>
          <a:prstGeom prst="rect">
            <a:avLst/>
          </a:prstGeom>
          <a:noFill/>
        </p:spPr>
        <p:txBody>
          <a:bodyPr wrap="none" rtlCol="0">
            <a:spAutoFit/>
          </a:bodyPr>
          <a:lstStyle/>
          <a:p>
            <a:r>
              <a:rPr lang="en-US" dirty="0"/>
              <a:t>From page 36: Firewalls for Dummies</a:t>
            </a:r>
          </a:p>
        </p:txBody>
      </p:sp>
    </p:spTree>
    <p:extLst>
      <p:ext uri="{BB962C8B-B14F-4D97-AF65-F5344CB8AC3E}">
        <p14:creationId xmlns:p14="http://schemas.microsoft.com/office/powerpoint/2010/main" val="657534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Current needs are data and identity centric (not port/</a:t>
            </a:r>
            <a:r>
              <a:rPr lang="en-US" dirty="0" err="1"/>
              <a:t>protocal</a:t>
            </a:r>
            <a:r>
              <a:rPr lang="en-US" dirty="0"/>
              <a:t>)</a:t>
            </a:r>
          </a:p>
        </p:txBody>
      </p:sp>
      <p:sp>
        <p:nvSpPr>
          <p:cNvPr id="3" name="Content Placeholder 2"/>
          <p:cNvSpPr>
            <a:spLocks noGrp="1"/>
          </p:cNvSpPr>
          <p:nvPr>
            <p:ph idx="1"/>
          </p:nvPr>
        </p:nvSpPr>
        <p:spPr/>
        <p:txBody>
          <a:bodyPr/>
          <a:lstStyle/>
          <a:p>
            <a:r>
              <a:rPr lang="en-US" dirty="0"/>
              <a:t>HIPAA, SARBOX, PCI DSS</a:t>
            </a:r>
          </a:p>
          <a:p>
            <a:pPr lvl="1"/>
            <a:r>
              <a:rPr lang="en-US" dirty="0"/>
              <a:t>Compliance measured by control of data not protocols, addresses or ports used.</a:t>
            </a:r>
          </a:p>
          <a:p>
            <a:r>
              <a:rPr lang="en-US" dirty="0"/>
              <a:t>Encrypted tunnels (VPN, SSL) hide data entering and leaving an organization</a:t>
            </a:r>
          </a:p>
          <a:p>
            <a:r>
              <a:rPr lang="en-US" dirty="0"/>
              <a:t>Is visible employee communication (email, Facebook, blog) to friend or foe?</a:t>
            </a:r>
          </a:p>
          <a:p>
            <a:r>
              <a:rPr lang="en-US" dirty="0"/>
              <a:t>Is data executable?  Malicious?</a:t>
            </a:r>
          </a:p>
        </p:txBody>
      </p:sp>
    </p:spTree>
    <p:extLst>
      <p:ext uri="{BB962C8B-B14F-4D97-AF65-F5344CB8AC3E}">
        <p14:creationId xmlns:p14="http://schemas.microsoft.com/office/powerpoint/2010/main" val="35912119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Firewall</a:t>
            </a:r>
          </a:p>
        </p:txBody>
      </p:sp>
      <p:sp>
        <p:nvSpPr>
          <p:cNvPr id="3" name="Content Placeholder 2"/>
          <p:cNvSpPr>
            <a:spLocks noGrp="1"/>
          </p:cNvSpPr>
          <p:nvPr>
            <p:ph idx="1"/>
          </p:nvPr>
        </p:nvSpPr>
        <p:spPr/>
        <p:txBody>
          <a:bodyPr>
            <a:normAutofit lnSpcReduction="10000"/>
          </a:bodyPr>
          <a:lstStyle/>
          <a:p>
            <a:r>
              <a:rPr lang="en-US" dirty="0"/>
              <a:t>Uses </a:t>
            </a:r>
            <a:r>
              <a:rPr lang="en-US" i="1" dirty="0"/>
              <a:t>“Deep Packet Inspection”</a:t>
            </a:r>
          </a:p>
          <a:p>
            <a:pPr lvl="1"/>
            <a:r>
              <a:rPr lang="en-US" dirty="0"/>
              <a:t>Fancy marketing term for looking at data as well as headers</a:t>
            </a:r>
          </a:p>
          <a:p>
            <a:r>
              <a:rPr lang="en-US" dirty="0"/>
              <a:t>Port/</a:t>
            </a:r>
            <a:r>
              <a:rPr lang="en-US" dirty="0" err="1"/>
              <a:t>Procotol</a:t>
            </a:r>
            <a:r>
              <a:rPr lang="en-US" dirty="0"/>
              <a:t> ≠ Application</a:t>
            </a:r>
          </a:p>
          <a:p>
            <a:pPr lvl="1"/>
            <a:r>
              <a:rPr lang="en-US" dirty="0"/>
              <a:t>Port hopping</a:t>
            </a:r>
          </a:p>
          <a:p>
            <a:pPr lvl="1"/>
            <a:r>
              <a:rPr lang="en-US" dirty="0"/>
              <a:t>Many HTTP apps</a:t>
            </a:r>
          </a:p>
          <a:p>
            <a:r>
              <a:rPr lang="en-US" dirty="0"/>
              <a:t>Data has both ingress and egress rules</a:t>
            </a:r>
          </a:p>
          <a:p>
            <a:r>
              <a:rPr lang="en-US" dirty="0"/>
              <a:t>Who writes the rules?</a:t>
            </a:r>
          </a:p>
          <a:p>
            <a:pPr lvl="1"/>
            <a:r>
              <a:rPr lang="en-US" dirty="0"/>
              <a:t>Rule ownership and churn are major issues</a:t>
            </a:r>
          </a:p>
          <a:p>
            <a:r>
              <a:rPr lang="en-US" dirty="0"/>
              <a:t>A simple device is now complicated</a:t>
            </a:r>
          </a:p>
        </p:txBody>
      </p:sp>
    </p:spTree>
    <p:extLst>
      <p:ext uri="{BB962C8B-B14F-4D97-AF65-F5344CB8AC3E}">
        <p14:creationId xmlns:p14="http://schemas.microsoft.com/office/powerpoint/2010/main" val="3150610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Proxies</a:t>
            </a:r>
          </a:p>
        </p:txBody>
      </p:sp>
      <p:sp>
        <p:nvSpPr>
          <p:cNvPr id="3" name="Content Placeholder 2"/>
          <p:cNvSpPr>
            <a:spLocks noGrp="1"/>
          </p:cNvSpPr>
          <p:nvPr>
            <p:ph idx="1"/>
          </p:nvPr>
        </p:nvSpPr>
        <p:spPr/>
        <p:txBody>
          <a:bodyPr>
            <a:normAutofit/>
          </a:bodyPr>
          <a:lstStyle/>
          <a:p>
            <a:r>
              <a:rPr lang="en-US" dirty="0"/>
              <a:t>Actions: Validate, Alter, Control, Monitor, Cache</a:t>
            </a:r>
          </a:p>
          <a:p>
            <a:r>
              <a:rPr lang="en-US" dirty="0"/>
              <a:t>Forward Proxy</a:t>
            </a:r>
          </a:p>
          <a:p>
            <a:pPr lvl="1"/>
            <a:r>
              <a:rPr lang="en-US" dirty="0"/>
              <a:t>Acts on requests</a:t>
            </a:r>
          </a:p>
          <a:p>
            <a:r>
              <a:rPr lang="en-US" dirty="0"/>
              <a:t>Reverse Proxy</a:t>
            </a:r>
          </a:p>
          <a:p>
            <a:pPr lvl="1"/>
            <a:r>
              <a:rPr lang="en-US" dirty="0"/>
              <a:t>Acts on responses</a:t>
            </a:r>
          </a:p>
          <a:p>
            <a:r>
              <a:rPr lang="en-US" dirty="0"/>
              <a:t>Combined in chains or redirections</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5100" y="4798678"/>
            <a:ext cx="6781800" cy="1784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6831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VPN</a:t>
            </a:r>
          </a:p>
        </p:txBody>
      </p:sp>
      <p:sp>
        <p:nvSpPr>
          <p:cNvPr id="3" name="Content Placeholder 2"/>
          <p:cNvSpPr>
            <a:spLocks noGrp="1"/>
          </p:cNvSpPr>
          <p:nvPr>
            <p:ph idx="1"/>
          </p:nvPr>
        </p:nvSpPr>
        <p:spPr/>
        <p:txBody>
          <a:bodyPr>
            <a:normAutofit/>
          </a:bodyPr>
          <a:lstStyle/>
          <a:p>
            <a:r>
              <a:rPr lang="en-US" dirty="0"/>
              <a:t>Site-to-Site</a:t>
            </a:r>
          </a:p>
          <a:p>
            <a:pPr lvl="1"/>
            <a:r>
              <a:rPr lang="en-US" dirty="0"/>
              <a:t>Reliable and high-quality transport</a:t>
            </a:r>
          </a:p>
          <a:p>
            <a:pPr lvl="1"/>
            <a:r>
              <a:rPr lang="en-US" dirty="0"/>
              <a:t>Mission-critical traffic (voice and client/server apps)</a:t>
            </a:r>
          </a:p>
          <a:p>
            <a:pPr lvl="1"/>
            <a:r>
              <a:rPr lang="en-US" dirty="0"/>
              <a:t>Simplified network designs based on routing</a:t>
            </a:r>
          </a:p>
          <a:p>
            <a:r>
              <a:rPr lang="en-US" dirty="0"/>
              <a:t>Remote Access</a:t>
            </a:r>
          </a:p>
          <a:p>
            <a:pPr lvl="1"/>
            <a:r>
              <a:rPr lang="en-US" dirty="0"/>
              <a:t>Remote user experience similar to being onsite</a:t>
            </a:r>
          </a:p>
          <a:p>
            <a:pPr lvl="1"/>
            <a:r>
              <a:rPr lang="en-US" dirty="0"/>
              <a:t>Normally device independent</a:t>
            </a:r>
          </a:p>
        </p:txBody>
      </p:sp>
    </p:spTree>
    <p:extLst>
      <p:ext uri="{BB962C8B-B14F-4D97-AF65-F5344CB8AC3E}">
        <p14:creationId xmlns:p14="http://schemas.microsoft.com/office/powerpoint/2010/main" val="4187056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2C9E9-2DB9-4AC4-A51A-4B04ECA06C23}"/>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8EC219D2-4203-45C1-B789-206E99649620}"/>
              </a:ext>
            </a:extLst>
          </p:cNvPr>
          <p:cNvPicPr>
            <a:picLocks noGrp="1" noChangeAspect="1"/>
          </p:cNvPicPr>
          <p:nvPr>
            <p:ph idx="1"/>
          </p:nvPr>
        </p:nvPicPr>
        <p:blipFill>
          <a:blip r:embed="rId3"/>
          <a:stretch>
            <a:fillRect/>
          </a:stretch>
        </p:blipFill>
        <p:spPr>
          <a:xfrm>
            <a:off x="1113956" y="106015"/>
            <a:ext cx="9964088" cy="6645970"/>
          </a:xfrm>
          <a:prstGeom prst="rect">
            <a:avLst/>
          </a:prstGeom>
        </p:spPr>
      </p:pic>
    </p:spTree>
    <p:extLst>
      <p:ext uri="{BB962C8B-B14F-4D97-AF65-F5344CB8AC3E}">
        <p14:creationId xmlns:p14="http://schemas.microsoft.com/office/powerpoint/2010/main" val="19033645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Appliances</a:t>
            </a:r>
          </a:p>
        </p:txBody>
      </p:sp>
      <p:sp>
        <p:nvSpPr>
          <p:cNvPr id="3" name="Content Placeholder 2"/>
          <p:cNvSpPr>
            <a:spLocks noGrp="1"/>
          </p:cNvSpPr>
          <p:nvPr>
            <p:ph idx="1"/>
          </p:nvPr>
        </p:nvSpPr>
        <p:spPr/>
        <p:txBody>
          <a:bodyPr>
            <a:normAutofit/>
          </a:bodyPr>
          <a:lstStyle/>
          <a:p>
            <a:r>
              <a:rPr lang="en-US" dirty="0"/>
              <a:t>Intrusion Detection Systems (IDS)</a:t>
            </a:r>
          </a:p>
          <a:p>
            <a:pPr lvl="1"/>
            <a:r>
              <a:rPr lang="en-US" dirty="0"/>
              <a:t>Focus on alerting</a:t>
            </a:r>
          </a:p>
          <a:p>
            <a:pPr lvl="1"/>
            <a:r>
              <a:rPr lang="en-US" dirty="0"/>
              <a:t>Often a passive </a:t>
            </a:r>
            <a:r>
              <a:rPr lang="en-US"/>
              <a:t>(sniffing</a:t>
            </a:r>
            <a:r>
              <a:rPr lang="en-US" dirty="0"/>
              <a:t>) device</a:t>
            </a:r>
          </a:p>
          <a:p>
            <a:r>
              <a:rPr lang="en-US" dirty="0"/>
              <a:t>Intrusion Prevention Systems (IPS)</a:t>
            </a:r>
          </a:p>
          <a:p>
            <a:pPr lvl="1"/>
            <a:r>
              <a:rPr lang="en-US" dirty="0"/>
              <a:t>Detect and block attacks focused on vulnerabilities that exist in systems and applications. </a:t>
            </a:r>
          </a:p>
          <a:p>
            <a:pPr lvl="1"/>
            <a:r>
              <a:rPr lang="en-US" dirty="0"/>
              <a:t>Normally an active inline deployment</a:t>
            </a:r>
          </a:p>
        </p:txBody>
      </p:sp>
    </p:spTree>
    <p:extLst>
      <p:ext uri="{BB962C8B-B14F-4D97-AF65-F5344CB8AC3E}">
        <p14:creationId xmlns:p14="http://schemas.microsoft.com/office/powerpoint/2010/main" val="399628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 Inline Monitoring</a:t>
            </a: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3738" y="848187"/>
            <a:ext cx="9044523" cy="5574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286000" y="6412468"/>
            <a:ext cx="1901546" cy="369332"/>
          </a:xfrm>
          <a:prstGeom prst="rect">
            <a:avLst/>
          </a:prstGeom>
          <a:noFill/>
        </p:spPr>
        <p:txBody>
          <a:bodyPr wrap="none" rtlCol="0">
            <a:spAutoFit/>
          </a:bodyPr>
          <a:lstStyle/>
          <a:p>
            <a:r>
              <a:rPr lang="en-US" dirty="0"/>
              <a:t>From: Pivot Group</a:t>
            </a:r>
          </a:p>
        </p:txBody>
      </p:sp>
    </p:spTree>
    <p:extLst>
      <p:ext uri="{BB962C8B-B14F-4D97-AF65-F5344CB8AC3E}">
        <p14:creationId xmlns:p14="http://schemas.microsoft.com/office/powerpoint/2010/main" val="6943855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Passive Monitoring</a:t>
            </a: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840342"/>
            <a:ext cx="8544815" cy="5572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2286000" y="6412468"/>
            <a:ext cx="1901546" cy="369332"/>
          </a:xfrm>
          <a:prstGeom prst="rect">
            <a:avLst/>
          </a:prstGeom>
          <a:noFill/>
        </p:spPr>
        <p:txBody>
          <a:bodyPr wrap="none" rtlCol="0">
            <a:spAutoFit/>
          </a:bodyPr>
          <a:lstStyle/>
          <a:p>
            <a:r>
              <a:rPr lang="en-US" dirty="0"/>
              <a:t>From: Pivot Group</a:t>
            </a:r>
          </a:p>
        </p:txBody>
      </p:sp>
    </p:spTree>
    <p:extLst>
      <p:ext uri="{BB962C8B-B14F-4D97-AF65-F5344CB8AC3E}">
        <p14:creationId xmlns:p14="http://schemas.microsoft.com/office/powerpoint/2010/main" val="16297091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Bayesian Modeling</a:t>
            </a:r>
          </a:p>
        </p:txBody>
      </p:sp>
      <p:sp>
        <p:nvSpPr>
          <p:cNvPr id="3" name="Content Placeholder 2"/>
          <p:cNvSpPr>
            <a:spLocks noGrp="1"/>
          </p:cNvSpPr>
          <p:nvPr>
            <p:ph idx="1"/>
          </p:nvPr>
        </p:nvSpPr>
        <p:spPr/>
        <p:txBody>
          <a:bodyPr>
            <a:normAutofit/>
          </a:bodyPr>
          <a:lstStyle/>
          <a:p>
            <a:r>
              <a:rPr lang="en-US" dirty="0"/>
              <a:t>Use the past to predict the future</a:t>
            </a:r>
          </a:p>
          <a:p>
            <a:pPr lvl="1"/>
            <a:r>
              <a:rPr lang="en-US" dirty="0"/>
              <a:t>“Normal” behavior processes along a predictable path of states.</a:t>
            </a:r>
          </a:p>
          <a:p>
            <a:pPr lvl="1"/>
            <a:r>
              <a:rPr lang="en-US" dirty="0"/>
              <a:t>Attacks exhibit a “normal” behavior</a:t>
            </a:r>
          </a:p>
          <a:p>
            <a:r>
              <a:rPr lang="en-US" dirty="0"/>
              <a:t>States can be very complex</a:t>
            </a:r>
          </a:p>
          <a:p>
            <a:pPr lvl="1"/>
            <a:r>
              <a:rPr lang="en-US" dirty="0"/>
              <a:t>Classification systems used to reduce number</a:t>
            </a:r>
          </a:p>
          <a:p>
            <a:r>
              <a:rPr lang="en-US" dirty="0"/>
              <a:t>Types</a:t>
            </a:r>
          </a:p>
          <a:p>
            <a:pPr lvl="1"/>
            <a:r>
              <a:rPr lang="en-US" dirty="0"/>
              <a:t>Naïve, Learned, Expert-elicited</a:t>
            </a:r>
          </a:p>
        </p:txBody>
      </p:sp>
    </p:spTree>
    <p:extLst>
      <p:ext uri="{BB962C8B-B14F-4D97-AF65-F5344CB8AC3E}">
        <p14:creationId xmlns:p14="http://schemas.microsoft.com/office/powerpoint/2010/main" val="2010864756"/>
      </p:ext>
    </p:extLst>
  </p:cSld>
  <p:clrMapOvr>
    <a:masterClrMapping/>
  </p:clrMapOvr>
</p:sld>
</file>

<file path=ppt/theme/theme1.xml><?xml version="1.0" encoding="utf-8"?>
<a:theme xmlns:a="http://schemas.openxmlformats.org/drawingml/2006/main" name="IT666">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lIns="91440" tIns="45720" rIns="91440" bIns="45720" rtlCol="0">
        <a:normAutofit/>
      </a:bodyPr>
      <a:lstStyle>
        <a:defPPr>
          <a:defRPr sz="2400" dirty="0" smtClean="0"/>
        </a:defPPr>
      </a:lstStyle>
    </a:txDef>
  </a:objectDefaults>
  <a:extraClrSchemeLst/>
  <a:extLst>
    <a:ext uri="{05A4C25C-085E-4340-85A3-A5531E510DB2}">
      <thm15:themeFamily xmlns:thm15="http://schemas.microsoft.com/office/thememl/2012/main" name="Presentation21" id="{E6424F00-CB15-469C-8ED9-E12AE889829C}" vid="{5DE17743-287A-437B-9EC9-957D32FAF45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D48B0CB13E69F42B54D3DE424488AFE" ma:contentTypeVersion="13" ma:contentTypeDescription="Create a new document." ma:contentTypeScope="" ma:versionID="c580b450af3975084ea9d9a74b1aa1c3">
  <xsd:schema xmlns:xsd="http://www.w3.org/2001/XMLSchema" xmlns:xs="http://www.w3.org/2001/XMLSchema" xmlns:p="http://schemas.microsoft.com/office/2006/metadata/properties" xmlns:ns3="6e27e843-6876-4ec5-817f-dbc394bc1606" xmlns:ns4="1ea98ed5-bdea-415e-9a90-b2f6afa71452" targetNamespace="http://schemas.microsoft.com/office/2006/metadata/properties" ma:root="true" ma:fieldsID="ee979d553edbfea5e3efbc24595909db" ns3:_="" ns4:_="">
    <xsd:import namespace="6e27e843-6876-4ec5-817f-dbc394bc1606"/>
    <xsd:import namespace="1ea98ed5-bdea-415e-9a90-b2f6afa71452"/>
    <xsd:element name="properties">
      <xsd:complexType>
        <xsd:sequence>
          <xsd:element name="documentManagement">
            <xsd:complexType>
              <xsd:all>
                <xsd:element ref="ns3:MediaServiceMetadata" minOccurs="0"/>
                <xsd:element ref="ns3:MediaServiceFastMetadata" minOccurs="0"/>
                <xsd:element ref="ns3:MediaServiceEventHashCode" minOccurs="0"/>
                <xsd:element ref="ns3:MediaServiceGenerationTime" minOccurs="0"/>
                <xsd:element ref="ns4:SharedWithUsers" minOccurs="0"/>
                <xsd:element ref="ns4:SharedWithDetails" minOccurs="0"/>
                <xsd:element ref="ns4:SharingHintHash" minOccurs="0"/>
                <xsd:element ref="ns3:MediaServiceAutoTags" minOccurs="0"/>
                <xsd:element ref="ns3:MediaServiceDateTaken" minOccurs="0"/>
                <xsd:element ref="ns3:MediaServiceLocation" minOccurs="0"/>
                <xsd:element ref="ns3:MediaServiceOCR"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27e843-6876-4ec5-817f-dbc394bc16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ea98ed5-bdea-415e-9a90-b2f6afa714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B4A837-8F3B-4881-BE2E-1CD30F9388A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72F2E2A-6D82-4B29-B9EA-9BB67068FB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27e843-6876-4ec5-817f-dbc394bc1606"/>
    <ds:schemaRef ds:uri="1ea98ed5-bdea-415e-9a90-b2f6afa714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E9EDA2D-2D25-4C9B-B388-2626A106A5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UNH-lecture-template</Template>
  <TotalTime>175</TotalTime>
  <Words>1964</Words>
  <Application>Microsoft Office PowerPoint</Application>
  <PresentationFormat>Widescreen</PresentationFormat>
  <Paragraphs>322</Paragraphs>
  <Slides>34</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IT666</vt:lpstr>
      <vt:lpstr>PowerPoint Presentation</vt:lpstr>
      <vt:lpstr>PowerPoint Presentation</vt:lpstr>
      <vt:lpstr>PowerPoint Presentation</vt:lpstr>
      <vt:lpstr>GRC</vt:lpstr>
      <vt:lpstr>PowerPoint Presentation</vt:lpstr>
      <vt:lpstr>Management Complexity</vt:lpstr>
      <vt:lpstr>Alignment of controls and metrics</vt:lpstr>
      <vt:lpstr>Building out infrastructure</vt:lpstr>
      <vt:lpstr>Align GRC groups</vt:lpstr>
      <vt:lpstr>BSIMM</vt:lpstr>
      <vt:lpstr>BSIMM Categories</vt:lpstr>
      <vt:lpstr>UNH AUP</vt:lpstr>
      <vt:lpstr>AUP Goals</vt:lpstr>
      <vt:lpstr>AUP Scope</vt:lpstr>
      <vt:lpstr>PowerPoint Presentation</vt:lpstr>
      <vt:lpstr>Tools</vt:lpstr>
      <vt:lpstr>Really basic:  Nmap and Netcat (nc)</vt:lpstr>
      <vt:lpstr>Prebuilt Tool Sets - Live CD / Virtual Box</vt:lpstr>
      <vt:lpstr>PowerPoint Presentation</vt:lpstr>
      <vt:lpstr>Enterprise Network Defense</vt:lpstr>
      <vt:lpstr>Private Addressing : RFC 1918</vt:lpstr>
      <vt:lpstr>Firewall Definition</vt:lpstr>
      <vt:lpstr>PowerPoint Presentation</vt:lpstr>
      <vt:lpstr>Historic Firewall Summary</vt:lpstr>
      <vt:lpstr>Next Generation Firewall</vt:lpstr>
      <vt:lpstr>Current needs are data and identity centric (not port/protocal)</vt:lpstr>
      <vt:lpstr>Application Firewall</vt:lpstr>
      <vt:lpstr>Proxies</vt:lpstr>
      <vt:lpstr>VPN</vt:lpstr>
      <vt:lpstr>PowerPoint Presentation</vt:lpstr>
      <vt:lpstr>Other Appliances</vt:lpstr>
      <vt:lpstr>Active – Inline Monitoring</vt:lpstr>
      <vt:lpstr>Passive Monitoring</vt:lpstr>
      <vt:lpstr>Bayesian Modeling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Graf</dc:creator>
  <cp:lastModifiedBy>Ken Graf</cp:lastModifiedBy>
  <cp:revision>39</cp:revision>
  <cp:lastPrinted>2015-03-25T21:04:44Z</cp:lastPrinted>
  <dcterms:created xsi:type="dcterms:W3CDTF">2020-01-07T22:06:18Z</dcterms:created>
  <dcterms:modified xsi:type="dcterms:W3CDTF">2020-03-09T13:52:35Z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0x010100BD48B0CB13E69F42B54D3DE424488AFE</vt:lpwstr>
  </property>
</Properties>
</file>