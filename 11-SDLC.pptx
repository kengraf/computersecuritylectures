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57"/>
  </p:notesMasterIdLst>
  <p:sldIdLst>
    <p:sldId id="267" r:id="rId5"/>
    <p:sldId id="259" r:id="rId6"/>
    <p:sldId id="260" r:id="rId7"/>
    <p:sldId id="261" r:id="rId8"/>
    <p:sldId id="262" r:id="rId9"/>
    <p:sldId id="268" r:id="rId10"/>
    <p:sldId id="276" r:id="rId11"/>
    <p:sldId id="273" r:id="rId12"/>
    <p:sldId id="274" r:id="rId13"/>
    <p:sldId id="269" r:id="rId14"/>
    <p:sldId id="270" r:id="rId15"/>
    <p:sldId id="271" r:id="rId16"/>
    <p:sldId id="272" r:id="rId17"/>
    <p:sldId id="277" r:id="rId18"/>
    <p:sldId id="278" r:id="rId19"/>
    <p:sldId id="279" r:id="rId20"/>
    <p:sldId id="280" r:id="rId21"/>
    <p:sldId id="283" r:id="rId22"/>
    <p:sldId id="281" r:id="rId23"/>
    <p:sldId id="291" r:id="rId24"/>
    <p:sldId id="282" r:id="rId25"/>
    <p:sldId id="284" r:id="rId26"/>
    <p:sldId id="285" r:id="rId27"/>
    <p:sldId id="286" r:id="rId28"/>
    <p:sldId id="287" r:id="rId29"/>
    <p:sldId id="264" r:id="rId30"/>
    <p:sldId id="288" r:id="rId31"/>
    <p:sldId id="265" r:id="rId32"/>
    <p:sldId id="266" r:id="rId33"/>
    <p:sldId id="263" r:id="rId34"/>
    <p:sldId id="289" r:id="rId35"/>
    <p:sldId id="292" r:id="rId36"/>
    <p:sldId id="293" r:id="rId37"/>
    <p:sldId id="294" r:id="rId38"/>
    <p:sldId id="295" r:id="rId39"/>
    <p:sldId id="296" r:id="rId40"/>
    <p:sldId id="302" r:id="rId41"/>
    <p:sldId id="275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0012" autoAdjust="0"/>
    <p:restoredTop sz="92359" autoAdjust="0"/>
  </p:normalViewPr>
  <p:slideViewPr>
    <p:cSldViewPr>
      <p:cViewPr varScale="1">
        <p:scale>
          <a:sx n="120" d="100"/>
          <a:sy n="120" d="100"/>
        </p:scale>
        <p:origin x="148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1282"/>
    </p:cViewPr>
  </p:sorterViewPr>
  <p:notesViewPr>
    <p:cSldViewPr>
      <p:cViewPr varScale="1">
        <p:scale>
          <a:sx n="85" d="100"/>
          <a:sy n="85" d="100"/>
        </p:scale>
        <p:origin x="11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Graf" userId="d1890dd4-deb6-4a9b-a156-5113ac77bda8" providerId="ADAL" clId="{C72F0229-B2F0-4A0F-B5BE-97EFF6E10B47}"/>
    <pc:docChg chg="undo custSel addSld delSld modSld sldOrd">
      <pc:chgData name="Kenneth Graf" userId="d1890dd4-deb6-4a9b-a156-5113ac77bda8" providerId="ADAL" clId="{C72F0229-B2F0-4A0F-B5BE-97EFF6E10B47}" dt="2020-01-20T17:03:30.079" v="427" actId="47"/>
      <pc:docMkLst>
        <pc:docMk/>
      </pc:docMkLst>
      <pc:sldChg chg="addSp delSp modSp add">
        <pc:chgData name="Kenneth Graf" userId="d1890dd4-deb6-4a9b-a156-5113ac77bda8" providerId="ADAL" clId="{C72F0229-B2F0-4A0F-B5BE-97EFF6E10B47}" dt="2020-01-07T23:08:15.704" v="134" actId="6549"/>
        <pc:sldMkLst>
          <pc:docMk/>
          <pc:sldMk cId="3099689741" sldId="259"/>
        </pc:sldMkLst>
        <pc:spChg chg="add del mod">
          <ac:chgData name="Kenneth Graf" userId="d1890dd4-deb6-4a9b-a156-5113ac77bda8" providerId="ADAL" clId="{C72F0229-B2F0-4A0F-B5BE-97EFF6E10B47}" dt="2020-01-07T23:06:51.342" v="4"/>
          <ac:spMkLst>
            <pc:docMk/>
            <pc:sldMk cId="3099689741" sldId="259"/>
            <ac:spMk id="2" creationId="{07A46F3F-8544-4903-94F2-6E3008028561}"/>
          </ac:spMkLst>
        </pc:spChg>
        <pc:spChg chg="mod">
          <ac:chgData name="Kenneth Graf" userId="d1890dd4-deb6-4a9b-a156-5113ac77bda8" providerId="ADAL" clId="{C72F0229-B2F0-4A0F-B5BE-97EFF6E10B47}" dt="2020-01-07T23:07:16.073" v="5" actId="1076"/>
          <ac:spMkLst>
            <pc:docMk/>
            <pc:sldMk cId="3099689741" sldId="259"/>
            <ac:spMk id="3" creationId="{00000000-0000-0000-0000-000000000000}"/>
          </ac:spMkLst>
        </pc:spChg>
        <pc:spChg chg="mod">
          <ac:chgData name="Kenneth Graf" userId="d1890dd4-deb6-4a9b-a156-5113ac77bda8" providerId="ADAL" clId="{C72F0229-B2F0-4A0F-B5BE-97EFF6E10B47}" dt="2020-01-07T23:08:15.704" v="134" actId="6549"/>
          <ac:spMkLst>
            <pc:docMk/>
            <pc:sldMk cId="3099689741" sldId="259"/>
            <ac:spMk id="4" creationId="{00000000-0000-0000-0000-000000000000}"/>
          </ac:spMkLst>
        </pc:spChg>
        <pc:picChg chg="mod">
          <ac:chgData name="Kenneth Graf" userId="d1890dd4-deb6-4a9b-a156-5113ac77bda8" providerId="ADAL" clId="{C72F0229-B2F0-4A0F-B5BE-97EFF6E10B47}" dt="2020-01-07T23:07:30.483" v="8" actId="1076"/>
          <ac:picMkLst>
            <pc:docMk/>
            <pc:sldMk cId="3099689741" sldId="259"/>
            <ac:picMk id="6" creationId="{00000000-0000-0000-0000-000000000000}"/>
          </ac:picMkLst>
        </pc:picChg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48294189" sldId="260"/>
        </pc:sldMkLst>
      </pc:sldChg>
      <pc:sldChg chg="addSp delSp modSp add ord">
        <pc:chgData name="Kenneth Graf" userId="d1890dd4-deb6-4a9b-a156-5113ac77bda8" providerId="ADAL" clId="{C72F0229-B2F0-4A0F-B5BE-97EFF6E10B47}" dt="2020-01-20T16:36:39.806" v="322" actId="207"/>
        <pc:sldMkLst>
          <pc:docMk/>
          <pc:sldMk cId="112810705" sldId="261"/>
        </pc:sldMkLst>
        <pc:spChg chg="del mod">
          <ac:chgData name="Kenneth Graf" userId="d1890dd4-deb6-4a9b-a156-5113ac77bda8" providerId="ADAL" clId="{C72F0229-B2F0-4A0F-B5BE-97EFF6E10B47}" dt="2020-01-07T23:09:05.342" v="137" actId="478"/>
          <ac:spMkLst>
            <pc:docMk/>
            <pc:sldMk cId="112810705" sldId="261"/>
            <ac:spMk id="4" creationId="{00000000-0000-0000-0000-000000000000}"/>
          </ac:spMkLst>
        </pc:spChg>
        <pc:spChg chg="add del mod">
          <ac:chgData name="Kenneth Graf" userId="d1890dd4-deb6-4a9b-a156-5113ac77bda8" providerId="ADAL" clId="{C72F0229-B2F0-4A0F-B5BE-97EFF6E10B47}" dt="2020-01-07T23:08:51.035" v="135" actId="478"/>
          <ac:spMkLst>
            <pc:docMk/>
            <pc:sldMk cId="112810705" sldId="261"/>
            <ac:spMk id="15" creationId="{FF8681D1-D3CC-4ADB-B2DE-918C7622A2D3}"/>
          </ac:spMkLst>
        </pc:spChg>
        <pc:spChg chg="mod">
          <ac:chgData name="Kenneth Graf" userId="d1890dd4-deb6-4a9b-a156-5113ac77bda8" providerId="ADAL" clId="{C72F0229-B2F0-4A0F-B5BE-97EFF6E10B47}" dt="2020-01-20T16:36:39.806" v="322" actId="207"/>
          <ac:spMkLst>
            <pc:docMk/>
            <pc:sldMk cId="112810705" sldId="261"/>
            <ac:spMk id="13347" creationId="{00000000-0000-0000-0000-000000000000}"/>
          </ac:spMkLst>
        </pc:spChg>
        <pc:spChg chg="mod">
          <ac:chgData name="Kenneth Graf" userId="d1890dd4-deb6-4a9b-a156-5113ac77bda8" providerId="ADAL" clId="{C72F0229-B2F0-4A0F-B5BE-97EFF6E10B47}" dt="2020-01-20T16:36:35.272" v="321" actId="207"/>
          <ac:spMkLst>
            <pc:docMk/>
            <pc:sldMk cId="112810705" sldId="261"/>
            <ac:spMk id="13349" creationId="{00000000-0000-0000-0000-000000000000}"/>
          </ac:spMkLst>
        </pc:spChg>
        <pc:spChg chg="mod">
          <ac:chgData name="Kenneth Graf" userId="d1890dd4-deb6-4a9b-a156-5113ac77bda8" providerId="ADAL" clId="{C72F0229-B2F0-4A0F-B5BE-97EFF6E10B47}" dt="2020-01-20T16:36:31.042" v="320" actId="207"/>
          <ac:spMkLst>
            <pc:docMk/>
            <pc:sldMk cId="112810705" sldId="261"/>
            <ac:spMk id="13351" creationId="{00000000-0000-0000-0000-000000000000}"/>
          </ac:spMkLst>
        </pc:spChg>
        <pc:spChg chg="mod">
          <ac:chgData name="Kenneth Graf" userId="d1890dd4-deb6-4a9b-a156-5113ac77bda8" providerId="ADAL" clId="{C72F0229-B2F0-4A0F-B5BE-97EFF6E10B47}" dt="2020-01-20T16:36:26.444" v="319" actId="207"/>
          <ac:spMkLst>
            <pc:docMk/>
            <pc:sldMk cId="112810705" sldId="261"/>
            <ac:spMk id="13353" creationId="{00000000-0000-0000-0000-000000000000}"/>
          </ac:spMkLst>
        </pc:spChg>
      </pc:sldChg>
      <pc:sldChg chg="addSp delSp modSp add ord">
        <pc:chgData name="Kenneth Graf" userId="d1890dd4-deb6-4a9b-a156-5113ac77bda8" providerId="ADAL" clId="{C72F0229-B2F0-4A0F-B5BE-97EFF6E10B47}" dt="2020-01-20T16:35:20.475" v="316"/>
        <pc:sldMkLst>
          <pc:docMk/>
          <pc:sldMk cId="3720407855" sldId="262"/>
        </pc:sldMkLst>
        <pc:spChg chg="mod">
          <ac:chgData name="Kenneth Graf" userId="d1890dd4-deb6-4a9b-a156-5113ac77bda8" providerId="ADAL" clId="{C72F0229-B2F0-4A0F-B5BE-97EFF6E10B47}" dt="2020-01-07T23:09:27.278" v="167" actId="20577"/>
          <ac:spMkLst>
            <pc:docMk/>
            <pc:sldMk cId="3720407855" sldId="262"/>
            <ac:spMk id="2" creationId="{00000000-0000-0000-0000-000000000000}"/>
          </ac:spMkLst>
        </pc:spChg>
        <pc:spChg chg="del">
          <ac:chgData name="Kenneth Graf" userId="d1890dd4-deb6-4a9b-a156-5113ac77bda8" providerId="ADAL" clId="{C72F0229-B2F0-4A0F-B5BE-97EFF6E10B47}" dt="2020-01-07T23:06:42.076" v="2"/>
          <ac:spMkLst>
            <pc:docMk/>
            <pc:sldMk cId="3720407855" sldId="262"/>
            <ac:spMk id="3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20T16:32:22.664" v="263"/>
          <ac:spMkLst>
            <pc:docMk/>
            <pc:sldMk cId="3720407855" sldId="262"/>
            <ac:spMk id="3" creationId="{32ACFEAB-63AA-4343-8F31-59334187EAE2}"/>
          </ac:spMkLst>
        </pc:spChg>
        <pc:spChg chg="add del mod">
          <ac:chgData name="Kenneth Graf" userId="d1890dd4-deb6-4a9b-a156-5113ac77bda8" providerId="ADAL" clId="{C72F0229-B2F0-4A0F-B5BE-97EFF6E10B47}" dt="2020-01-07T23:09:11.997" v="138" actId="478"/>
          <ac:spMkLst>
            <pc:docMk/>
            <pc:sldMk cId="3720407855" sldId="262"/>
            <ac:spMk id="4" creationId="{ECA6ED2C-82E6-47EB-A88F-6DFAD23E89EB}"/>
          </ac:spMkLst>
        </pc:spChg>
        <pc:picChg chg="mod">
          <ac:chgData name="Kenneth Graf" userId="d1890dd4-deb6-4a9b-a156-5113ac77bda8" providerId="ADAL" clId="{C72F0229-B2F0-4A0F-B5BE-97EFF6E10B47}" dt="2020-01-07T23:09:46.479" v="174" actId="14100"/>
          <ac:picMkLst>
            <pc:docMk/>
            <pc:sldMk cId="3720407855" sldId="262"/>
            <ac:picMk id="7170" creationId="{00000000-0000-0000-0000-000000000000}"/>
          </ac:picMkLst>
        </pc:picChg>
      </pc:sldChg>
      <pc:sldChg chg="modSp add">
        <pc:chgData name="Kenneth Graf" userId="d1890dd4-deb6-4a9b-a156-5113ac77bda8" providerId="ADAL" clId="{C72F0229-B2F0-4A0F-B5BE-97EFF6E10B47}" dt="2020-01-08T02:31:59.954" v="227" actId="27636"/>
        <pc:sldMkLst>
          <pc:docMk/>
          <pc:sldMk cId="3947759886" sldId="263"/>
        </pc:sldMkLst>
        <pc:spChg chg="mod">
          <ac:chgData name="Kenneth Graf" userId="d1890dd4-deb6-4a9b-a156-5113ac77bda8" providerId="ADAL" clId="{C72F0229-B2F0-4A0F-B5BE-97EFF6E10B47}" dt="2020-01-08T02:31:59.954" v="227" actId="27636"/>
          <ac:spMkLst>
            <pc:docMk/>
            <pc:sldMk cId="3947759886" sldId="263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08T02:31:59.934" v="225" actId="27636"/>
        <pc:sldMkLst>
          <pc:docMk/>
          <pc:sldMk cId="1885228373" sldId="264"/>
        </pc:sldMkLst>
        <pc:spChg chg="mod">
          <ac:chgData name="Kenneth Graf" userId="d1890dd4-deb6-4a9b-a156-5113ac77bda8" providerId="ADAL" clId="{C72F0229-B2F0-4A0F-B5BE-97EFF6E10B47}" dt="2020-01-08T02:31:59.934" v="225" actId="27636"/>
          <ac:spMkLst>
            <pc:docMk/>
            <pc:sldMk cId="1885228373" sldId="264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C72F0229-B2F0-4A0F-B5BE-97EFF6E10B47}" dt="2020-01-08T02:31:59.888" v="224"/>
        <pc:sldMkLst>
          <pc:docMk/>
          <pc:sldMk cId="2091266625" sldId="265"/>
        </pc:sldMkLst>
      </pc:sldChg>
      <pc:sldChg chg="add">
        <pc:chgData name="Kenneth Graf" userId="d1890dd4-deb6-4a9b-a156-5113ac77bda8" providerId="ADAL" clId="{C72F0229-B2F0-4A0F-B5BE-97EFF6E10B47}" dt="2020-01-08T02:31:59.888" v="224"/>
        <pc:sldMkLst>
          <pc:docMk/>
          <pc:sldMk cId="2051220457" sldId="266"/>
        </pc:sldMkLst>
      </pc:sldChg>
      <pc:sldChg chg="modSp">
        <pc:chgData name="Kenneth Graf" userId="d1890dd4-deb6-4a9b-a156-5113ac77bda8" providerId="ADAL" clId="{C72F0229-B2F0-4A0F-B5BE-97EFF6E10B47}" dt="2020-01-20T16:35:02.764" v="314" actId="20577"/>
        <pc:sldMkLst>
          <pc:docMk/>
          <pc:sldMk cId="1793285008" sldId="267"/>
        </pc:sldMkLst>
        <pc:spChg chg="mod">
          <ac:chgData name="Kenneth Graf" userId="d1890dd4-deb6-4a9b-a156-5113ac77bda8" providerId="ADAL" clId="{C72F0229-B2F0-4A0F-B5BE-97EFF6E10B47}" dt="2020-01-20T16:35:02.764" v="314" actId="20577"/>
          <ac:spMkLst>
            <pc:docMk/>
            <pc:sldMk cId="1793285008" sldId="267"/>
            <ac:spMk id="5" creationId="{00000000-0000-0000-0000-000000000000}"/>
          </ac:spMkLst>
        </pc:spChg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922168157" sldId="268"/>
        </pc:sldMkLst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818245779" sldId="269"/>
        </pc:sldMkLst>
      </pc:sldChg>
      <pc:sldChg chg="addSp delSp modSp add">
        <pc:chgData name="Kenneth Graf" userId="d1890dd4-deb6-4a9b-a156-5113ac77bda8" providerId="ADAL" clId="{C72F0229-B2F0-4A0F-B5BE-97EFF6E10B47}" dt="2020-01-07T23:11:03.398" v="181" actId="14100"/>
        <pc:sldMkLst>
          <pc:docMk/>
          <pc:sldMk cId="2880959630" sldId="270"/>
        </pc:sldMkLst>
        <pc:spChg chg="del">
          <ac:chgData name="Kenneth Graf" userId="d1890dd4-deb6-4a9b-a156-5113ac77bda8" providerId="ADAL" clId="{C72F0229-B2F0-4A0F-B5BE-97EFF6E10B47}" dt="2020-01-07T23:06:42.076" v="2"/>
          <ac:spMkLst>
            <pc:docMk/>
            <pc:sldMk cId="2880959630" sldId="270"/>
            <ac:spMk id="2" creationId="{00000000-0000-0000-0000-000000000000}"/>
          </ac:spMkLst>
        </pc:spChg>
        <pc:spChg chg="add del mod">
          <ac:chgData name="Kenneth Graf" userId="d1890dd4-deb6-4a9b-a156-5113ac77bda8" providerId="ADAL" clId="{C72F0229-B2F0-4A0F-B5BE-97EFF6E10B47}" dt="2020-01-07T23:10:51.284" v="179" actId="478"/>
          <ac:spMkLst>
            <pc:docMk/>
            <pc:sldMk cId="2880959630" sldId="270"/>
            <ac:spMk id="3" creationId="{B2D252A0-99B1-46A8-BC7B-ADB68CFE4D2C}"/>
          </ac:spMkLst>
        </pc:spChg>
        <pc:spChg chg="add del mod">
          <ac:chgData name="Kenneth Graf" userId="d1890dd4-deb6-4a9b-a156-5113ac77bda8" providerId="ADAL" clId="{C72F0229-B2F0-4A0F-B5BE-97EFF6E10B47}" dt="2020-01-07T23:10:57.947" v="180" actId="478"/>
          <ac:spMkLst>
            <pc:docMk/>
            <pc:sldMk cId="2880959630" sldId="270"/>
            <ac:spMk id="4" creationId="{1F66CE3D-5490-4BB7-9FF0-01D475746F9A}"/>
          </ac:spMkLst>
        </pc:spChg>
        <pc:picChg chg="mod">
          <ac:chgData name="Kenneth Graf" userId="d1890dd4-deb6-4a9b-a156-5113ac77bda8" providerId="ADAL" clId="{C72F0229-B2F0-4A0F-B5BE-97EFF6E10B47}" dt="2020-01-07T23:11:03.398" v="181" actId="14100"/>
          <ac:picMkLst>
            <pc:docMk/>
            <pc:sldMk cId="2880959630" sldId="270"/>
            <ac:picMk id="1026" creationId="{00000000-0000-0000-0000-000000000000}"/>
          </ac:picMkLst>
        </pc:picChg>
      </pc:sldChg>
      <pc:sldChg chg="addSp delSp modSp add">
        <pc:chgData name="Kenneth Graf" userId="d1890dd4-deb6-4a9b-a156-5113ac77bda8" providerId="ADAL" clId="{C72F0229-B2F0-4A0F-B5BE-97EFF6E10B47}" dt="2020-01-07T23:11:13.967" v="183" actId="478"/>
        <pc:sldMkLst>
          <pc:docMk/>
          <pc:sldMk cId="514782834" sldId="271"/>
        </pc:sldMkLst>
        <pc:spChg chg="del">
          <ac:chgData name="Kenneth Graf" userId="d1890dd4-deb6-4a9b-a156-5113ac77bda8" providerId="ADAL" clId="{C72F0229-B2F0-4A0F-B5BE-97EFF6E10B47}" dt="2020-01-07T23:06:42.076" v="2"/>
          <ac:spMkLst>
            <pc:docMk/>
            <pc:sldMk cId="514782834" sldId="271"/>
            <ac:spMk id="2" creationId="{00000000-0000-0000-0000-000000000000}"/>
          </ac:spMkLst>
        </pc:spChg>
        <pc:spChg chg="del">
          <ac:chgData name="Kenneth Graf" userId="d1890dd4-deb6-4a9b-a156-5113ac77bda8" providerId="ADAL" clId="{C72F0229-B2F0-4A0F-B5BE-97EFF6E10B47}" dt="2020-01-07T23:06:42.076" v="2"/>
          <ac:spMkLst>
            <pc:docMk/>
            <pc:sldMk cId="514782834" sldId="271"/>
            <ac:spMk id="3" creationId="{00000000-0000-0000-0000-000000000000}"/>
          </ac:spMkLst>
        </pc:spChg>
        <pc:spChg chg="add del mod">
          <ac:chgData name="Kenneth Graf" userId="d1890dd4-deb6-4a9b-a156-5113ac77bda8" providerId="ADAL" clId="{C72F0229-B2F0-4A0F-B5BE-97EFF6E10B47}" dt="2020-01-07T23:11:12.501" v="182" actId="478"/>
          <ac:spMkLst>
            <pc:docMk/>
            <pc:sldMk cId="514782834" sldId="271"/>
            <ac:spMk id="4" creationId="{DBEED2E8-8DDF-4B65-A222-EEB271793282}"/>
          </ac:spMkLst>
        </pc:spChg>
        <pc:spChg chg="add del mod">
          <ac:chgData name="Kenneth Graf" userId="d1890dd4-deb6-4a9b-a156-5113ac77bda8" providerId="ADAL" clId="{C72F0229-B2F0-4A0F-B5BE-97EFF6E10B47}" dt="2020-01-07T23:11:13.967" v="183" actId="478"/>
          <ac:spMkLst>
            <pc:docMk/>
            <pc:sldMk cId="514782834" sldId="271"/>
            <ac:spMk id="5" creationId="{F00C5905-C6D1-4BCD-81E0-09E943256857}"/>
          </ac:spMkLst>
        </pc:spChg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2450044811" sldId="272"/>
        </pc:sldMkLst>
      </pc:sldChg>
      <pc:sldChg chg="modSp add">
        <pc:chgData name="Kenneth Graf" userId="d1890dd4-deb6-4a9b-a156-5113ac77bda8" providerId="ADAL" clId="{C72F0229-B2F0-4A0F-B5BE-97EFF6E10B47}" dt="2020-01-07T23:10:20.974" v="176" actId="403"/>
        <pc:sldMkLst>
          <pc:docMk/>
          <pc:sldMk cId="3984084753" sldId="273"/>
        </pc:sldMkLst>
        <pc:spChg chg="mod">
          <ac:chgData name="Kenneth Graf" userId="d1890dd4-deb6-4a9b-a156-5113ac77bda8" providerId="ADAL" clId="{C72F0229-B2F0-4A0F-B5BE-97EFF6E10B47}" dt="2020-01-07T23:10:20.974" v="176" actId="403"/>
          <ac:spMkLst>
            <pc:docMk/>
            <pc:sldMk cId="3984084753" sldId="273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07T23:10:35.880" v="178" actId="403"/>
        <pc:sldMkLst>
          <pc:docMk/>
          <pc:sldMk cId="2097529153" sldId="274"/>
        </pc:sldMkLst>
        <pc:spChg chg="mod">
          <ac:chgData name="Kenneth Graf" userId="d1890dd4-deb6-4a9b-a156-5113ac77bda8" providerId="ADAL" clId="{C72F0229-B2F0-4A0F-B5BE-97EFF6E10B47}" dt="2020-01-07T23:10:35.880" v="178" actId="403"/>
          <ac:spMkLst>
            <pc:docMk/>
            <pc:sldMk cId="2097529153" sldId="274"/>
            <ac:spMk id="3" creationId="{00000000-0000-0000-0000-000000000000}"/>
          </ac:spMkLst>
        </pc:spChg>
      </pc:sldChg>
      <pc:sldChg chg="addSp modSp add">
        <pc:chgData name="Kenneth Graf" userId="d1890dd4-deb6-4a9b-a156-5113ac77bda8" providerId="ADAL" clId="{C72F0229-B2F0-4A0F-B5BE-97EFF6E10B47}" dt="2020-01-20T16:46:57.271" v="360" actId="14100"/>
        <pc:sldMkLst>
          <pc:docMk/>
          <pc:sldMk cId="2588035481" sldId="275"/>
        </pc:sldMkLst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2588035481" sldId="275"/>
            <ac:spMk id="4" creationId="{723DF232-2E31-4B00-9069-1E5C18ED0CFD}"/>
          </ac:spMkLst>
        </pc:spChg>
        <pc:graphicFrameChg chg="mod modGraphic">
          <ac:chgData name="Kenneth Graf" userId="d1890dd4-deb6-4a9b-a156-5113ac77bda8" providerId="ADAL" clId="{C72F0229-B2F0-4A0F-B5BE-97EFF6E10B47}" dt="2020-01-20T16:46:57.271" v="360" actId="14100"/>
          <ac:graphicFrameMkLst>
            <pc:docMk/>
            <pc:sldMk cId="2588035481" sldId="275"/>
            <ac:graphicFrameMk id="7" creationId="{00000000-0000-0000-0000-000000000000}"/>
          </ac:graphicFrameMkLst>
        </pc:graphicFrameChg>
      </pc:sldChg>
      <pc:sldChg chg="modSp add">
        <pc:chgData name="Kenneth Graf" userId="d1890dd4-deb6-4a9b-a156-5113ac77bda8" providerId="ADAL" clId="{C72F0229-B2F0-4A0F-B5BE-97EFF6E10B47}" dt="2020-01-07T23:06:42.110" v="3" actId="27636"/>
        <pc:sldMkLst>
          <pc:docMk/>
          <pc:sldMk cId="2390297620" sldId="276"/>
        </pc:sldMkLst>
        <pc:spChg chg="mod">
          <ac:chgData name="Kenneth Graf" userId="d1890dd4-deb6-4a9b-a156-5113ac77bda8" providerId="ADAL" clId="{C72F0229-B2F0-4A0F-B5BE-97EFF6E10B47}" dt="2020-01-07T23:06:42.110" v="3" actId="27636"/>
          <ac:spMkLst>
            <pc:docMk/>
            <pc:sldMk cId="2390297620" sldId="276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07T23:06:37.274" v="1" actId="27636"/>
        <pc:sldMkLst>
          <pc:docMk/>
          <pc:sldMk cId="2814950833" sldId="277"/>
        </pc:sldMkLst>
        <pc:spChg chg="mod">
          <ac:chgData name="Kenneth Graf" userId="d1890dd4-deb6-4a9b-a156-5113ac77bda8" providerId="ADAL" clId="{C72F0229-B2F0-4A0F-B5BE-97EFF6E10B47}" dt="2020-01-07T23:06:37.274" v="1" actId="27636"/>
          <ac:spMkLst>
            <pc:docMk/>
            <pc:sldMk cId="2814950833" sldId="277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3516256187" sldId="278"/>
        </pc:sldMkLst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1684811509" sldId="279"/>
        </pc:sldMkLst>
      </pc:sldChg>
      <pc:sldChg chg="addSp delSp modSp add">
        <pc:chgData name="Kenneth Graf" userId="d1890dd4-deb6-4a9b-a156-5113ac77bda8" providerId="ADAL" clId="{C72F0229-B2F0-4A0F-B5BE-97EFF6E10B47}" dt="2020-01-07T23:11:50.552" v="186" actId="14100"/>
        <pc:sldMkLst>
          <pc:docMk/>
          <pc:sldMk cId="424891120" sldId="280"/>
        </pc:sldMkLst>
        <pc:spChg chg="add del mod">
          <ac:chgData name="Kenneth Graf" userId="d1890dd4-deb6-4a9b-a156-5113ac77bda8" providerId="ADAL" clId="{C72F0229-B2F0-4A0F-B5BE-97EFF6E10B47}" dt="2020-01-07T23:11:42.642" v="184" actId="478"/>
          <ac:spMkLst>
            <pc:docMk/>
            <pc:sldMk cId="424891120" sldId="280"/>
            <ac:spMk id="3" creationId="{F25A1DBB-76CB-4845-BD48-3F14672FE73C}"/>
          </ac:spMkLst>
        </pc:spChg>
        <pc:graphicFrameChg chg="mod modGraphic">
          <ac:chgData name="Kenneth Graf" userId="d1890dd4-deb6-4a9b-a156-5113ac77bda8" providerId="ADAL" clId="{C72F0229-B2F0-4A0F-B5BE-97EFF6E10B47}" dt="2020-01-07T23:11:50.552" v="186" actId="14100"/>
          <ac:graphicFrameMkLst>
            <pc:docMk/>
            <pc:sldMk cId="424891120" sldId="280"/>
            <ac:graphicFrameMk id="4" creationId="{00000000-0000-0000-0000-000000000000}"/>
          </ac:graphicFrameMkLst>
        </pc:graphicFrameChg>
      </pc:sldChg>
      <pc:sldChg chg="add">
        <pc:chgData name="Kenneth Graf" userId="d1890dd4-deb6-4a9b-a156-5113ac77bda8" providerId="ADAL" clId="{C72F0229-B2F0-4A0F-B5BE-97EFF6E10B47}" dt="2020-01-07T23:06:37.190" v="0"/>
        <pc:sldMkLst>
          <pc:docMk/>
          <pc:sldMk cId="3076782430" sldId="281"/>
        </pc:sldMkLst>
      </pc:sldChg>
      <pc:sldChg chg="addSp delSp modSp add">
        <pc:chgData name="Kenneth Graf" userId="d1890dd4-deb6-4a9b-a156-5113ac77bda8" providerId="ADAL" clId="{C72F0229-B2F0-4A0F-B5BE-97EFF6E10B47}" dt="2020-01-07T23:12:54.029" v="210" actId="1076"/>
        <pc:sldMkLst>
          <pc:docMk/>
          <pc:sldMk cId="3847956991" sldId="282"/>
        </pc:sldMkLst>
        <pc:spChg chg="add del mod">
          <ac:chgData name="Kenneth Graf" userId="d1890dd4-deb6-4a9b-a156-5113ac77bda8" providerId="ADAL" clId="{C72F0229-B2F0-4A0F-B5BE-97EFF6E10B47}" dt="2020-01-07T23:12:40.155" v="208" actId="478"/>
          <ac:spMkLst>
            <pc:docMk/>
            <pc:sldMk cId="3847956991" sldId="282"/>
            <ac:spMk id="3" creationId="{60270B30-0E8E-4C9C-8C01-30C983C1CAA6}"/>
          </ac:spMkLst>
        </pc:spChg>
        <pc:graphicFrameChg chg="mod modGraphic">
          <ac:chgData name="Kenneth Graf" userId="d1890dd4-deb6-4a9b-a156-5113ac77bda8" providerId="ADAL" clId="{C72F0229-B2F0-4A0F-B5BE-97EFF6E10B47}" dt="2020-01-07T23:12:54.029" v="210" actId="1076"/>
          <ac:graphicFrameMkLst>
            <pc:docMk/>
            <pc:sldMk cId="3847956991" sldId="282"/>
            <ac:graphicFrameMk id="4" creationId="{00000000-0000-0000-0000-000000000000}"/>
          </ac:graphicFrameMkLst>
        </pc:graphicFrameChg>
      </pc:sldChg>
      <pc:sldChg chg="modSp add">
        <pc:chgData name="Kenneth Graf" userId="d1890dd4-deb6-4a9b-a156-5113ac77bda8" providerId="ADAL" clId="{C72F0229-B2F0-4A0F-B5BE-97EFF6E10B47}" dt="2020-01-07T23:12:30.861" v="207" actId="14100"/>
        <pc:sldMkLst>
          <pc:docMk/>
          <pc:sldMk cId="1723606740" sldId="283"/>
        </pc:sldMkLst>
        <pc:spChg chg="mod">
          <ac:chgData name="Kenneth Graf" userId="d1890dd4-deb6-4a9b-a156-5113ac77bda8" providerId="ADAL" clId="{C72F0229-B2F0-4A0F-B5BE-97EFF6E10B47}" dt="2020-01-07T23:12:16.597" v="205" actId="20577"/>
          <ac:spMkLst>
            <pc:docMk/>
            <pc:sldMk cId="1723606740" sldId="283"/>
            <ac:spMk id="2" creationId="{D78467B6-9F64-4EA5-A311-17D1FA6D414B}"/>
          </ac:spMkLst>
        </pc:spChg>
        <pc:spChg chg="mod">
          <ac:chgData name="Kenneth Graf" userId="d1890dd4-deb6-4a9b-a156-5113ac77bda8" providerId="ADAL" clId="{C72F0229-B2F0-4A0F-B5BE-97EFF6E10B47}" dt="2020-01-07T23:12:05.927" v="188"/>
          <ac:spMkLst>
            <pc:docMk/>
            <pc:sldMk cId="1723606740" sldId="283"/>
            <ac:spMk id="4" creationId="{B997ECC5-E06E-4317-BA2B-1DA7635C59AA}"/>
          </ac:spMkLst>
        </pc:spChg>
        <pc:picChg chg="mod">
          <ac:chgData name="Kenneth Graf" userId="d1890dd4-deb6-4a9b-a156-5113ac77bda8" providerId="ADAL" clId="{C72F0229-B2F0-4A0F-B5BE-97EFF6E10B47}" dt="2020-01-07T23:12:30.861" v="207" actId="14100"/>
          <ac:picMkLst>
            <pc:docMk/>
            <pc:sldMk cId="1723606740" sldId="283"/>
            <ac:picMk id="5" creationId="{7353A03D-86EE-477F-AAF1-6AA26B48F90F}"/>
          </ac:picMkLst>
        </pc:picChg>
      </pc:sldChg>
      <pc:sldChg chg="modSp add">
        <pc:chgData name="Kenneth Graf" userId="d1890dd4-deb6-4a9b-a156-5113ac77bda8" providerId="ADAL" clId="{C72F0229-B2F0-4A0F-B5BE-97EFF6E10B47}" dt="2020-01-08T02:31:42.013" v="223" actId="20577"/>
        <pc:sldMkLst>
          <pc:docMk/>
          <pc:sldMk cId="1306959728" sldId="284"/>
        </pc:sldMkLst>
        <pc:spChg chg="mod">
          <ac:chgData name="Kenneth Graf" userId="d1890dd4-deb6-4a9b-a156-5113ac77bda8" providerId="ADAL" clId="{C72F0229-B2F0-4A0F-B5BE-97EFF6E10B47}" dt="2020-01-08T02:31:42.013" v="223" actId="20577"/>
          <ac:spMkLst>
            <pc:docMk/>
            <pc:sldMk cId="1306959728" sldId="284"/>
            <ac:spMk id="5" creationId="{00000000-0000-0000-0000-000000000000}"/>
          </ac:spMkLst>
        </pc:spChg>
      </pc:sldChg>
      <pc:sldChg chg="addSp delSp modSp add">
        <pc:chgData name="Kenneth Graf" userId="d1890dd4-deb6-4a9b-a156-5113ac77bda8" providerId="ADAL" clId="{C72F0229-B2F0-4A0F-B5BE-97EFF6E10B47}" dt="2020-01-08T02:32:24.684" v="230" actId="1076"/>
        <pc:sldMkLst>
          <pc:docMk/>
          <pc:sldMk cId="2513608942" sldId="285"/>
        </pc:sldMkLst>
        <pc:spChg chg="add del mod">
          <ac:chgData name="Kenneth Graf" userId="d1890dd4-deb6-4a9b-a156-5113ac77bda8" providerId="ADAL" clId="{C72F0229-B2F0-4A0F-B5BE-97EFF6E10B47}" dt="2020-01-08T02:32:14.868" v="229" actId="478"/>
          <ac:spMkLst>
            <pc:docMk/>
            <pc:sldMk cId="2513608942" sldId="285"/>
            <ac:spMk id="3" creationId="{49B93538-7749-4832-890A-AD98B38D414E}"/>
          </ac:spMkLst>
        </pc:spChg>
        <pc:graphicFrameChg chg="mod">
          <ac:chgData name="Kenneth Graf" userId="d1890dd4-deb6-4a9b-a156-5113ac77bda8" providerId="ADAL" clId="{C72F0229-B2F0-4A0F-B5BE-97EFF6E10B47}" dt="2020-01-08T02:32:24.684" v="230" actId="1076"/>
          <ac:graphicFrameMkLst>
            <pc:docMk/>
            <pc:sldMk cId="2513608942" sldId="285"/>
            <ac:graphicFrameMk id="7" creationId="{00000000-0000-0000-0000-000000000000}"/>
          </ac:graphicFrameMkLst>
        </pc:graphicFrameChg>
      </pc:sldChg>
      <pc:sldChg chg="addSp delSp modSp add">
        <pc:chgData name="Kenneth Graf" userId="d1890dd4-deb6-4a9b-a156-5113ac77bda8" providerId="ADAL" clId="{C72F0229-B2F0-4A0F-B5BE-97EFF6E10B47}" dt="2020-01-08T02:32:31.591" v="231" actId="478"/>
        <pc:sldMkLst>
          <pc:docMk/>
          <pc:sldMk cId="735205751" sldId="286"/>
        </pc:sldMkLst>
        <pc:spChg chg="add del mod">
          <ac:chgData name="Kenneth Graf" userId="d1890dd4-deb6-4a9b-a156-5113ac77bda8" providerId="ADAL" clId="{C72F0229-B2F0-4A0F-B5BE-97EFF6E10B47}" dt="2020-01-08T02:32:31.591" v="231" actId="478"/>
          <ac:spMkLst>
            <pc:docMk/>
            <pc:sldMk cId="735205751" sldId="286"/>
            <ac:spMk id="4" creationId="{039512C9-06C4-4EC7-92C5-EFB325CFEDE0}"/>
          </ac:spMkLst>
        </pc:spChg>
      </pc:sldChg>
      <pc:sldChg chg="add">
        <pc:chgData name="Kenneth Graf" userId="d1890dd4-deb6-4a9b-a156-5113ac77bda8" providerId="ADAL" clId="{C72F0229-B2F0-4A0F-B5BE-97EFF6E10B47}" dt="2020-01-08T02:31:59.888" v="224"/>
        <pc:sldMkLst>
          <pc:docMk/>
          <pc:sldMk cId="3831841812" sldId="287"/>
        </pc:sldMkLst>
      </pc:sldChg>
      <pc:sldChg chg="modSp add">
        <pc:chgData name="Kenneth Graf" userId="d1890dd4-deb6-4a9b-a156-5113ac77bda8" providerId="ADAL" clId="{C72F0229-B2F0-4A0F-B5BE-97EFF6E10B47}" dt="2020-01-08T02:31:59.944" v="226" actId="27636"/>
        <pc:sldMkLst>
          <pc:docMk/>
          <pc:sldMk cId="4220188727" sldId="288"/>
        </pc:sldMkLst>
        <pc:spChg chg="mod">
          <ac:chgData name="Kenneth Graf" userId="d1890dd4-deb6-4a9b-a156-5113ac77bda8" providerId="ADAL" clId="{C72F0229-B2F0-4A0F-B5BE-97EFF6E10B47}" dt="2020-01-08T02:31:59.944" v="226" actId="27636"/>
          <ac:spMkLst>
            <pc:docMk/>
            <pc:sldMk cId="4220188727" sldId="288"/>
            <ac:spMk id="3" creationId="{00000000-0000-0000-0000-000000000000}"/>
          </ac:spMkLst>
        </pc:spChg>
      </pc:sldChg>
      <pc:sldChg chg="addSp delSp modSp add">
        <pc:chgData name="Kenneth Graf" userId="d1890dd4-deb6-4a9b-a156-5113ac77bda8" providerId="ADAL" clId="{C72F0229-B2F0-4A0F-B5BE-97EFF6E10B47}" dt="2020-01-20T16:41:12.687" v="328" actId="14100"/>
        <pc:sldMkLst>
          <pc:docMk/>
          <pc:sldMk cId="2321743692" sldId="289"/>
        </pc:sldMkLst>
        <pc:spChg chg="add del mod">
          <ac:chgData name="Kenneth Graf" userId="d1890dd4-deb6-4a9b-a156-5113ac77bda8" providerId="ADAL" clId="{C72F0229-B2F0-4A0F-B5BE-97EFF6E10B47}" dt="2020-01-20T16:41:01.104" v="325"/>
          <ac:spMkLst>
            <pc:docMk/>
            <pc:sldMk cId="2321743692" sldId="289"/>
            <ac:spMk id="4" creationId="{2DB7D5F9-E9A1-4074-A27B-F190D9D2E1CD}"/>
          </ac:spMkLst>
        </pc:spChg>
        <pc:picChg chg="add mod">
          <ac:chgData name="Kenneth Graf" userId="d1890dd4-deb6-4a9b-a156-5113ac77bda8" providerId="ADAL" clId="{C72F0229-B2F0-4A0F-B5BE-97EFF6E10B47}" dt="2020-01-20T16:41:12.687" v="328" actId="14100"/>
          <ac:picMkLst>
            <pc:docMk/>
            <pc:sldMk cId="2321743692" sldId="289"/>
            <ac:picMk id="5" creationId="{BBFDF791-78FB-4792-9A7C-C2F323D223E0}"/>
          </ac:picMkLst>
        </pc:picChg>
        <pc:picChg chg="del">
          <ac:chgData name="Kenneth Graf" userId="d1890dd4-deb6-4a9b-a156-5113ac77bda8" providerId="ADAL" clId="{C72F0229-B2F0-4A0F-B5BE-97EFF6E10B47}" dt="2020-01-20T16:39:56.545" v="324" actId="478"/>
          <ac:picMkLst>
            <pc:docMk/>
            <pc:sldMk cId="2321743692" sldId="289"/>
            <ac:picMk id="6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6:42:14.373" v="329" actId="47"/>
        <pc:sldMkLst>
          <pc:docMk/>
          <pc:sldMk cId="3882786701" sldId="290"/>
        </pc:sldMkLst>
        <pc:spChg chg="add mod">
          <ac:chgData name="Kenneth Graf" userId="d1890dd4-deb6-4a9b-a156-5113ac77bda8" providerId="ADAL" clId="{C72F0229-B2F0-4A0F-B5BE-97EFF6E10B47}" dt="2020-01-20T16:37:52.908" v="323" actId="478"/>
          <ac:spMkLst>
            <pc:docMk/>
            <pc:sldMk cId="3882786701" sldId="290"/>
            <ac:spMk id="4" creationId="{641E7FF2-D11B-4A51-A1E4-EDD3D85A834E}"/>
          </ac:spMkLst>
        </pc:spChg>
        <pc:picChg chg="del">
          <ac:chgData name="Kenneth Graf" userId="d1890dd4-deb6-4a9b-a156-5113ac77bda8" providerId="ADAL" clId="{C72F0229-B2F0-4A0F-B5BE-97EFF6E10B47}" dt="2020-01-20T16:37:52.908" v="323" actId="478"/>
          <ac:picMkLst>
            <pc:docMk/>
            <pc:sldMk cId="3882786701" sldId="290"/>
            <ac:picMk id="12" creationId="{0779249D-1432-4D5A-9726-4317889ECC25}"/>
          </ac:picMkLst>
        </pc:picChg>
      </pc:sldChg>
      <pc:sldChg chg="modSp add">
        <pc:chgData name="Kenneth Graf" userId="d1890dd4-deb6-4a9b-a156-5113ac77bda8" providerId="ADAL" clId="{C72F0229-B2F0-4A0F-B5BE-97EFF6E10B47}" dt="2020-01-08T19:56:38.401" v="233" actId="27636"/>
        <pc:sldMkLst>
          <pc:docMk/>
          <pc:sldMk cId="1913246711" sldId="291"/>
        </pc:sldMkLst>
        <pc:spChg chg="mod">
          <ac:chgData name="Kenneth Graf" userId="d1890dd4-deb6-4a9b-a156-5113ac77bda8" providerId="ADAL" clId="{C72F0229-B2F0-4A0F-B5BE-97EFF6E10B47}" dt="2020-01-08T19:56:38.401" v="233" actId="27636"/>
          <ac:spMkLst>
            <pc:docMk/>
            <pc:sldMk cId="1913246711" sldId="291"/>
            <ac:spMk id="2" creationId="{59647CFA-1BEA-4DD6-9F5C-89A1410D2338}"/>
          </ac:spMkLst>
        </pc:spChg>
      </pc:sldChg>
      <pc:sldChg chg="addSp delSp modSp add">
        <pc:chgData name="Kenneth Graf" userId="d1890dd4-deb6-4a9b-a156-5113ac77bda8" providerId="ADAL" clId="{C72F0229-B2F0-4A0F-B5BE-97EFF6E10B47}" dt="2020-01-09T05:24:52.538" v="243"/>
        <pc:sldMkLst>
          <pc:docMk/>
          <pc:sldMk cId="616748379" sldId="292"/>
        </pc:sldMkLst>
        <pc:spChg chg="add del mod">
          <ac:chgData name="Kenneth Graf" userId="d1890dd4-deb6-4a9b-a156-5113ac77bda8" providerId="ADAL" clId="{C72F0229-B2F0-4A0F-B5BE-97EFF6E10B47}" dt="2020-01-09T05:24:52.538" v="243"/>
          <ac:spMkLst>
            <pc:docMk/>
            <pc:sldMk cId="616748379" sldId="292"/>
            <ac:spMk id="2" creationId="{520936ED-40D0-4394-8231-18A10B27414A}"/>
          </ac:spMkLst>
        </pc:spChg>
        <pc:spChg chg="add mod">
          <ac:chgData name="Kenneth Graf" userId="d1890dd4-deb6-4a9b-a156-5113ac77bda8" providerId="ADAL" clId="{C72F0229-B2F0-4A0F-B5BE-97EFF6E10B47}" dt="2020-01-09T05:24:52.538" v="243"/>
          <ac:spMkLst>
            <pc:docMk/>
            <pc:sldMk cId="616748379" sldId="292"/>
            <ac:spMk id="3" creationId="{2DC7A952-03D5-427A-B67D-6261CF6148F9}"/>
          </ac:spMkLst>
        </pc:spChg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616748379" sldId="292"/>
            <ac:spMk id="4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09T05:24:43.758" v="235" actId="27636"/>
        <pc:sldMkLst>
          <pc:docMk/>
          <pc:sldMk cId="1213745670" sldId="293"/>
        </pc:sldMkLst>
        <pc:spChg chg="mod">
          <ac:chgData name="Kenneth Graf" userId="d1890dd4-deb6-4a9b-a156-5113ac77bda8" providerId="ADAL" clId="{C72F0229-B2F0-4A0F-B5BE-97EFF6E10B47}" dt="2020-01-09T05:24:43.758" v="235" actId="27636"/>
          <ac:spMkLst>
            <pc:docMk/>
            <pc:sldMk cId="1213745670" sldId="293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C72F0229-B2F0-4A0F-B5BE-97EFF6E10B47}" dt="2020-01-09T05:24:43.722" v="234"/>
        <pc:sldMkLst>
          <pc:docMk/>
          <pc:sldMk cId="3575866527" sldId="294"/>
        </pc:sldMkLst>
      </pc:sldChg>
      <pc:sldChg chg="modSp add">
        <pc:chgData name="Kenneth Graf" userId="d1890dd4-deb6-4a9b-a156-5113ac77bda8" providerId="ADAL" clId="{C72F0229-B2F0-4A0F-B5BE-97EFF6E10B47}" dt="2020-01-20T16:44:25.988" v="345" actId="20577"/>
        <pc:sldMkLst>
          <pc:docMk/>
          <pc:sldMk cId="2791913783" sldId="295"/>
        </pc:sldMkLst>
        <pc:graphicFrameChg chg="mod modGraphic">
          <ac:chgData name="Kenneth Graf" userId="d1890dd4-deb6-4a9b-a156-5113ac77bda8" providerId="ADAL" clId="{C72F0229-B2F0-4A0F-B5BE-97EFF6E10B47}" dt="2020-01-20T16:44:25.988" v="345" actId="20577"/>
          <ac:graphicFrameMkLst>
            <pc:docMk/>
            <pc:sldMk cId="2791913783" sldId="295"/>
            <ac:graphicFrameMk id="4" creationId="{A70423A4-ED49-4F23-AE99-D7EEDB76AA3A}"/>
          </ac:graphicFrameMkLst>
        </pc:graphicFrameChg>
        <pc:graphicFrameChg chg="mod">
          <ac:chgData name="Kenneth Graf" userId="d1890dd4-deb6-4a9b-a156-5113ac77bda8" providerId="ADAL" clId="{C72F0229-B2F0-4A0F-B5BE-97EFF6E10B47}" dt="2020-01-20T16:42:36.324" v="330" actId="1076"/>
          <ac:graphicFrameMkLst>
            <pc:docMk/>
            <pc:sldMk cId="2791913783" sldId="295"/>
            <ac:graphicFrameMk id="6" creationId="{8C696E6B-C799-42FA-8E80-297AFDCF9712}"/>
          </ac:graphicFrameMkLst>
        </pc:graphicFrameChg>
      </pc:sldChg>
      <pc:sldChg chg="add">
        <pc:chgData name="Kenneth Graf" userId="d1890dd4-deb6-4a9b-a156-5113ac77bda8" providerId="ADAL" clId="{C72F0229-B2F0-4A0F-B5BE-97EFF6E10B47}" dt="2020-01-09T05:24:43.722" v="234"/>
        <pc:sldMkLst>
          <pc:docMk/>
          <pc:sldMk cId="1193311212" sldId="296"/>
        </pc:sldMkLst>
      </pc:sldChg>
      <pc:sldChg chg="addSp delSp modSp add del">
        <pc:chgData name="Kenneth Graf" userId="d1890dd4-deb6-4a9b-a156-5113ac77bda8" providerId="ADAL" clId="{C72F0229-B2F0-4A0F-B5BE-97EFF6E10B47}" dt="2020-01-20T16:48:53.713" v="377" actId="47"/>
        <pc:sldMkLst>
          <pc:docMk/>
          <pc:sldMk cId="3400373434" sldId="297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3400373434" sldId="297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3400373434" sldId="297"/>
            <ac:spMk id="3" creationId="{4BC8BFA2-592A-45CF-8624-0D28B6C2C8DA}"/>
          </ac:spMkLst>
        </pc:spChg>
        <pc:picChg chg="mod">
          <ac:chgData name="Kenneth Graf" userId="d1890dd4-deb6-4a9b-a156-5113ac77bda8" providerId="ADAL" clId="{C72F0229-B2F0-4A0F-B5BE-97EFF6E10B47}" dt="2020-01-20T16:45:22.105" v="347" actId="14100"/>
          <ac:picMkLst>
            <pc:docMk/>
            <pc:sldMk cId="3400373434" sldId="297"/>
            <ac:picMk id="6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6:49:02.040" v="378" actId="47"/>
        <pc:sldMkLst>
          <pc:docMk/>
          <pc:sldMk cId="3010883405" sldId="298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3010883405" sldId="298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3010883405" sldId="298"/>
            <ac:spMk id="3" creationId="{F5DA7BB5-48EC-49AF-8241-636C2248D5D5}"/>
          </ac:spMkLst>
        </pc:spChg>
        <pc:picChg chg="mod">
          <ac:chgData name="Kenneth Graf" userId="d1890dd4-deb6-4a9b-a156-5113ac77bda8" providerId="ADAL" clId="{C72F0229-B2F0-4A0F-B5BE-97EFF6E10B47}" dt="2020-01-20T16:45:32.722" v="349" actId="14100"/>
          <ac:picMkLst>
            <pc:docMk/>
            <pc:sldMk cId="3010883405" sldId="298"/>
            <ac:picMk id="4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6:49:08.657" v="379" actId="47"/>
        <pc:sldMkLst>
          <pc:docMk/>
          <pc:sldMk cId="4108497889" sldId="299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4108497889" sldId="299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4108497889" sldId="299"/>
            <ac:spMk id="3" creationId="{B4682DDC-651F-4ED6-A411-2025476504FC}"/>
          </ac:spMkLst>
        </pc:spChg>
        <pc:picChg chg="mod">
          <ac:chgData name="Kenneth Graf" userId="d1890dd4-deb6-4a9b-a156-5113ac77bda8" providerId="ADAL" clId="{C72F0229-B2F0-4A0F-B5BE-97EFF6E10B47}" dt="2020-01-20T16:45:42.768" v="351" actId="14100"/>
          <ac:picMkLst>
            <pc:docMk/>
            <pc:sldMk cId="4108497889" sldId="299"/>
            <ac:picMk id="4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6:49:17.584" v="380" actId="47"/>
        <pc:sldMkLst>
          <pc:docMk/>
          <pc:sldMk cId="2075353650" sldId="300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2075353650" sldId="300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2075353650" sldId="300"/>
            <ac:spMk id="3" creationId="{08B05512-9763-4F0B-A801-CAAE5B1E1F04}"/>
          </ac:spMkLst>
        </pc:spChg>
        <pc:picChg chg="mod">
          <ac:chgData name="Kenneth Graf" userId="d1890dd4-deb6-4a9b-a156-5113ac77bda8" providerId="ADAL" clId="{C72F0229-B2F0-4A0F-B5BE-97EFF6E10B47}" dt="2020-01-20T16:45:52.193" v="352" actId="1076"/>
          <ac:picMkLst>
            <pc:docMk/>
            <pc:sldMk cId="2075353650" sldId="300"/>
            <ac:picMk id="4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6:49:23.134" v="381" actId="47"/>
        <pc:sldMkLst>
          <pc:docMk/>
          <pc:sldMk cId="1901823553" sldId="301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1901823553" sldId="301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1901823553" sldId="301"/>
            <ac:spMk id="3" creationId="{A3156E42-26FD-45A5-8A62-E19C87C0AA7F}"/>
          </ac:spMkLst>
        </pc:spChg>
        <pc:picChg chg="mod">
          <ac:chgData name="Kenneth Graf" userId="d1890dd4-deb6-4a9b-a156-5113ac77bda8" providerId="ADAL" clId="{C72F0229-B2F0-4A0F-B5BE-97EFF6E10B47}" dt="2020-01-20T16:46:20.824" v="356" actId="1076"/>
          <ac:picMkLst>
            <pc:docMk/>
            <pc:sldMk cId="1901823553" sldId="301"/>
            <ac:picMk id="4" creationId="{00000000-0000-0000-0000-000000000000}"/>
          </ac:picMkLst>
        </pc:picChg>
      </pc:sldChg>
      <pc:sldChg chg="add">
        <pc:chgData name="Kenneth Graf" userId="d1890dd4-deb6-4a9b-a156-5113ac77bda8" providerId="ADAL" clId="{C72F0229-B2F0-4A0F-B5BE-97EFF6E10B47}" dt="2020-01-09T05:24:43.722" v="234"/>
        <pc:sldMkLst>
          <pc:docMk/>
          <pc:sldMk cId="2681387930" sldId="302"/>
        </pc:sldMkLst>
      </pc:sldChg>
      <pc:sldChg chg="addSp modSp add">
        <pc:chgData name="Kenneth Graf" userId="d1890dd4-deb6-4a9b-a156-5113ac77bda8" providerId="ADAL" clId="{C72F0229-B2F0-4A0F-B5BE-97EFF6E10B47}" dt="2020-01-20T16:47:29.594" v="363" actId="1076"/>
        <pc:sldMkLst>
          <pc:docMk/>
          <pc:sldMk cId="2891727855" sldId="303"/>
        </pc:sldMkLst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2891727855" sldId="303"/>
            <ac:spMk id="3" creationId="{2F52DA0C-A8E0-4FEB-9847-1C9F9372E46B}"/>
          </ac:spMkLst>
        </pc:spChg>
        <pc:graphicFrameChg chg="mod modGraphic">
          <ac:chgData name="Kenneth Graf" userId="d1890dd4-deb6-4a9b-a156-5113ac77bda8" providerId="ADAL" clId="{C72F0229-B2F0-4A0F-B5BE-97EFF6E10B47}" dt="2020-01-20T16:47:29.594" v="363" actId="1076"/>
          <ac:graphicFrameMkLst>
            <pc:docMk/>
            <pc:sldMk cId="2891727855" sldId="303"/>
            <ac:graphicFrameMk id="7" creationId="{00000000-0000-0000-0000-000000000000}"/>
          </ac:graphicFrameMkLst>
        </pc:graphicFrameChg>
      </pc:sldChg>
      <pc:sldChg chg="addSp modSp add">
        <pc:chgData name="Kenneth Graf" userId="d1890dd4-deb6-4a9b-a156-5113ac77bda8" providerId="ADAL" clId="{C72F0229-B2F0-4A0F-B5BE-97EFF6E10B47}" dt="2020-01-20T16:50:29.312" v="386" actId="1036"/>
        <pc:sldMkLst>
          <pc:docMk/>
          <pc:sldMk cId="1268396920" sldId="304"/>
        </pc:sldMkLst>
        <pc:spChg chg="add mod">
          <ac:chgData name="Kenneth Graf" userId="d1890dd4-deb6-4a9b-a156-5113ac77bda8" providerId="ADAL" clId="{C72F0229-B2F0-4A0F-B5BE-97EFF6E10B47}" dt="2020-01-09T05:24:47.517" v="238"/>
          <ac:spMkLst>
            <pc:docMk/>
            <pc:sldMk cId="1268396920" sldId="304"/>
            <ac:spMk id="3" creationId="{C4009466-9E98-4FC4-B7F6-70CED0462A9F}"/>
          </ac:spMkLst>
        </pc:spChg>
        <pc:spChg chg="mod">
          <ac:chgData name="Kenneth Graf" userId="d1890dd4-deb6-4a9b-a156-5113ac77bda8" providerId="ADAL" clId="{C72F0229-B2F0-4A0F-B5BE-97EFF6E10B47}" dt="2020-01-20T16:50:29.312" v="386" actId="1036"/>
          <ac:spMkLst>
            <pc:docMk/>
            <pc:sldMk cId="1268396920" sldId="304"/>
            <ac:spMk id="5" creationId="{62AD6B7C-1E89-4FEC-90B9-CCDF16E0CF87}"/>
          </ac:spMkLst>
        </pc:spChg>
        <pc:spChg chg="mod">
          <ac:chgData name="Kenneth Graf" userId="d1890dd4-deb6-4a9b-a156-5113ac77bda8" providerId="ADAL" clId="{C72F0229-B2F0-4A0F-B5BE-97EFF6E10B47}" dt="2020-01-20T16:50:24.186" v="383" actId="1076"/>
          <ac:spMkLst>
            <pc:docMk/>
            <pc:sldMk cId="1268396920" sldId="304"/>
            <ac:spMk id="8" creationId="{80574F8D-BB28-4D6C-BA53-9B8115E9FA9D}"/>
          </ac:spMkLst>
        </pc:spChg>
        <pc:spChg chg="mod">
          <ac:chgData name="Kenneth Graf" userId="d1890dd4-deb6-4a9b-a156-5113ac77bda8" providerId="ADAL" clId="{C72F0229-B2F0-4A0F-B5BE-97EFF6E10B47}" dt="2020-01-20T16:48:20.461" v="375" actId="14100"/>
          <ac:spMkLst>
            <pc:docMk/>
            <pc:sldMk cId="1268396920" sldId="304"/>
            <ac:spMk id="15" creationId="{00000000-0000-0000-0000-000000000000}"/>
          </ac:spMkLst>
        </pc:spChg>
        <pc:graphicFrameChg chg="mod modGraphic">
          <ac:chgData name="Kenneth Graf" userId="d1890dd4-deb6-4a9b-a156-5113ac77bda8" providerId="ADAL" clId="{C72F0229-B2F0-4A0F-B5BE-97EFF6E10B47}" dt="2020-01-20T16:48:30.492" v="376" actId="1076"/>
          <ac:graphicFrameMkLst>
            <pc:docMk/>
            <pc:sldMk cId="1268396920" sldId="304"/>
            <ac:graphicFrameMk id="14" creationId="{00000000-0000-0000-0000-000000000000}"/>
          </ac:graphicFrameMkLst>
        </pc:graphicFrameChg>
      </pc:sldChg>
      <pc:sldChg chg="modSp add">
        <pc:chgData name="Kenneth Graf" userId="d1890dd4-deb6-4a9b-a156-5113ac77bda8" providerId="ADAL" clId="{C72F0229-B2F0-4A0F-B5BE-97EFF6E10B47}" dt="2020-01-09T05:24:47.563" v="239" actId="27636"/>
        <pc:sldMkLst>
          <pc:docMk/>
          <pc:sldMk cId="2487668991" sldId="305"/>
        </pc:sldMkLst>
        <pc:spChg chg="mod">
          <ac:chgData name="Kenneth Graf" userId="d1890dd4-deb6-4a9b-a156-5113ac77bda8" providerId="ADAL" clId="{C72F0229-B2F0-4A0F-B5BE-97EFF6E10B47}" dt="2020-01-09T05:24:47.563" v="239" actId="27636"/>
          <ac:spMkLst>
            <pc:docMk/>
            <pc:sldMk cId="2487668991" sldId="305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20T16:51:19.173" v="387" actId="1076"/>
        <pc:sldMkLst>
          <pc:docMk/>
          <pc:sldMk cId="3601890127" sldId="306"/>
        </pc:sldMkLst>
        <pc:spChg chg="mod">
          <ac:chgData name="Kenneth Graf" userId="d1890dd4-deb6-4a9b-a156-5113ac77bda8" providerId="ADAL" clId="{C72F0229-B2F0-4A0F-B5BE-97EFF6E10B47}" dt="2020-01-09T05:24:47.577" v="240" actId="27636"/>
          <ac:spMkLst>
            <pc:docMk/>
            <pc:sldMk cId="3601890127" sldId="306"/>
            <ac:spMk id="5" creationId="{00000000-0000-0000-0000-000000000000}"/>
          </ac:spMkLst>
        </pc:spChg>
        <pc:graphicFrameChg chg="mod">
          <ac:chgData name="Kenneth Graf" userId="d1890dd4-deb6-4a9b-a156-5113ac77bda8" providerId="ADAL" clId="{C72F0229-B2F0-4A0F-B5BE-97EFF6E10B47}" dt="2020-01-20T16:51:19.173" v="387" actId="1076"/>
          <ac:graphicFrameMkLst>
            <pc:docMk/>
            <pc:sldMk cId="3601890127" sldId="306"/>
            <ac:graphicFrameMk id="3" creationId="{00000000-0000-0000-0000-000000000000}"/>
          </ac:graphicFrameMkLst>
        </pc:graphicFrameChg>
      </pc:sldChg>
      <pc:sldChg chg="modSp add">
        <pc:chgData name="Kenneth Graf" userId="d1890dd4-deb6-4a9b-a156-5113ac77bda8" providerId="ADAL" clId="{C72F0229-B2F0-4A0F-B5BE-97EFF6E10B47}" dt="2020-01-09T05:24:43.789" v="236" actId="27636"/>
        <pc:sldMkLst>
          <pc:docMk/>
          <pc:sldMk cId="181457400" sldId="307"/>
        </pc:sldMkLst>
        <pc:spChg chg="mod">
          <ac:chgData name="Kenneth Graf" userId="d1890dd4-deb6-4a9b-a156-5113ac77bda8" providerId="ADAL" clId="{C72F0229-B2F0-4A0F-B5BE-97EFF6E10B47}" dt="2020-01-09T05:24:43.789" v="236" actId="27636"/>
          <ac:spMkLst>
            <pc:docMk/>
            <pc:sldMk cId="181457400" sldId="307"/>
            <ac:spMk id="3" creationId="{8D5CEFC0-F72B-4AFD-99D6-40BD7D1E6339}"/>
          </ac:spMkLst>
        </pc:spChg>
      </pc:sldChg>
      <pc:sldChg chg="addSp delSp modSp add">
        <pc:chgData name="Kenneth Graf" userId="d1890dd4-deb6-4a9b-a156-5113ac77bda8" providerId="ADAL" clId="{C72F0229-B2F0-4A0F-B5BE-97EFF6E10B47}" dt="2020-01-20T16:52:17.795" v="394" actId="1076"/>
        <pc:sldMkLst>
          <pc:docMk/>
          <pc:sldMk cId="660854127" sldId="308"/>
        </pc:sldMkLst>
        <pc:spChg chg="del">
          <ac:chgData name="Kenneth Graf" userId="d1890dd4-deb6-4a9b-a156-5113ac77bda8" providerId="ADAL" clId="{C72F0229-B2F0-4A0F-B5BE-97EFF6E10B47}" dt="2020-01-09T05:24:47.517" v="238"/>
          <ac:spMkLst>
            <pc:docMk/>
            <pc:sldMk cId="660854127" sldId="308"/>
            <ac:spMk id="2" creationId="{1E157E1E-D117-4C3F-93CD-1C869634B399}"/>
          </ac:spMkLst>
        </pc:spChg>
        <pc:spChg chg="add mod">
          <ac:chgData name="Kenneth Graf" userId="d1890dd4-deb6-4a9b-a156-5113ac77bda8" providerId="ADAL" clId="{C72F0229-B2F0-4A0F-B5BE-97EFF6E10B47}" dt="2020-01-20T16:52:13.719" v="393" actId="27636"/>
          <ac:spMkLst>
            <pc:docMk/>
            <pc:sldMk cId="660854127" sldId="308"/>
            <ac:spMk id="3" creationId="{3B572012-55F7-49A1-9F22-357DA5AB086C}"/>
          </ac:spMkLst>
        </pc:spChg>
        <pc:spChg chg="mod">
          <ac:chgData name="Kenneth Graf" userId="d1890dd4-deb6-4a9b-a156-5113ac77bda8" providerId="ADAL" clId="{C72F0229-B2F0-4A0F-B5BE-97EFF6E10B47}" dt="2020-01-20T16:52:09.914" v="389" actId="21"/>
          <ac:spMkLst>
            <pc:docMk/>
            <pc:sldMk cId="660854127" sldId="308"/>
            <ac:spMk id="6" creationId="{9B821C65-1629-48D8-BC0B-B2E7FC7DE226}"/>
          </ac:spMkLst>
        </pc:spChg>
        <pc:picChg chg="mod">
          <ac:chgData name="Kenneth Graf" userId="d1890dd4-deb6-4a9b-a156-5113ac77bda8" providerId="ADAL" clId="{C72F0229-B2F0-4A0F-B5BE-97EFF6E10B47}" dt="2020-01-20T16:52:17.795" v="394" actId="1076"/>
          <ac:picMkLst>
            <pc:docMk/>
            <pc:sldMk cId="660854127" sldId="308"/>
            <ac:picMk id="5" creationId="{C7001684-8513-42D0-AEFB-2EBB7374A443}"/>
          </ac:picMkLst>
        </pc:picChg>
      </pc:sldChg>
      <pc:sldChg chg="modSp add">
        <pc:chgData name="Kenneth Graf" userId="d1890dd4-deb6-4a9b-a156-5113ac77bda8" providerId="ADAL" clId="{C72F0229-B2F0-4A0F-B5BE-97EFF6E10B47}" dt="2020-01-20T16:53:47.477" v="407" actId="1076"/>
        <pc:sldMkLst>
          <pc:docMk/>
          <pc:sldMk cId="1059896493" sldId="309"/>
        </pc:sldMkLst>
        <pc:spChg chg="mod">
          <ac:chgData name="Kenneth Graf" userId="d1890dd4-deb6-4a9b-a156-5113ac77bda8" providerId="ADAL" clId="{C72F0229-B2F0-4A0F-B5BE-97EFF6E10B47}" dt="2020-01-20T16:52:28.042" v="397" actId="20577"/>
          <ac:spMkLst>
            <pc:docMk/>
            <pc:sldMk cId="1059896493" sldId="309"/>
            <ac:spMk id="2" creationId="{F009FD6A-E991-4464-A963-AFE6A314CF07}"/>
          </ac:spMkLst>
        </pc:spChg>
        <pc:picChg chg="mod">
          <ac:chgData name="Kenneth Graf" userId="d1890dd4-deb6-4a9b-a156-5113ac77bda8" providerId="ADAL" clId="{C72F0229-B2F0-4A0F-B5BE-97EFF6E10B47}" dt="2020-01-20T16:53:47.477" v="407" actId="1076"/>
          <ac:picMkLst>
            <pc:docMk/>
            <pc:sldMk cId="1059896493" sldId="309"/>
            <ac:picMk id="5" creationId="{0FE3C075-67FF-4C26-BB93-D0447523E278}"/>
          </ac:picMkLst>
        </pc:picChg>
      </pc:sldChg>
      <pc:sldChg chg="modSp add">
        <pc:chgData name="Kenneth Graf" userId="d1890dd4-deb6-4a9b-a156-5113ac77bda8" providerId="ADAL" clId="{C72F0229-B2F0-4A0F-B5BE-97EFF6E10B47}" dt="2020-01-20T16:56:52.522" v="413" actId="14100"/>
        <pc:sldMkLst>
          <pc:docMk/>
          <pc:sldMk cId="3193482116" sldId="310"/>
        </pc:sldMkLst>
        <pc:spChg chg="mod">
          <ac:chgData name="Kenneth Graf" userId="d1890dd4-deb6-4a9b-a156-5113ac77bda8" providerId="ADAL" clId="{C72F0229-B2F0-4A0F-B5BE-97EFF6E10B47}" dt="2020-01-20T16:52:47.309" v="403" actId="27636"/>
          <ac:spMkLst>
            <pc:docMk/>
            <pc:sldMk cId="3193482116" sldId="310"/>
            <ac:spMk id="2" creationId="{6F0A91BA-B242-43F3-9EE3-AE9641FBA82A}"/>
          </ac:spMkLst>
        </pc:spChg>
        <pc:spChg chg="mod">
          <ac:chgData name="Kenneth Graf" userId="d1890dd4-deb6-4a9b-a156-5113ac77bda8" providerId="ADAL" clId="{C72F0229-B2F0-4A0F-B5BE-97EFF6E10B47}" dt="2020-01-20T16:56:52.522" v="413" actId="14100"/>
          <ac:spMkLst>
            <pc:docMk/>
            <pc:sldMk cId="3193482116" sldId="310"/>
            <ac:spMk id="6" creationId="{0AE21461-A813-431B-9558-ECD79D51F292}"/>
          </ac:spMkLst>
        </pc:spChg>
        <pc:spChg chg="mod">
          <ac:chgData name="Kenneth Graf" userId="d1890dd4-deb6-4a9b-a156-5113ac77bda8" providerId="ADAL" clId="{C72F0229-B2F0-4A0F-B5BE-97EFF6E10B47}" dt="2020-01-20T16:54:04.819" v="408" actId="1076"/>
          <ac:spMkLst>
            <pc:docMk/>
            <pc:sldMk cId="3193482116" sldId="310"/>
            <ac:spMk id="7" creationId="{3AAACE4F-BE79-49CC-9D60-9236D6452CD9}"/>
          </ac:spMkLst>
        </pc:spChg>
        <pc:picChg chg="mod">
          <ac:chgData name="Kenneth Graf" userId="d1890dd4-deb6-4a9b-a156-5113ac77bda8" providerId="ADAL" clId="{C72F0229-B2F0-4A0F-B5BE-97EFF6E10B47}" dt="2020-01-20T16:56:34.163" v="410" actId="1076"/>
          <ac:picMkLst>
            <pc:docMk/>
            <pc:sldMk cId="3193482116" sldId="310"/>
            <ac:picMk id="5" creationId="{F8979BE1-C588-4222-95D2-8D385B114579}"/>
          </ac:picMkLst>
        </pc:picChg>
      </pc:sldChg>
      <pc:sldChg chg="add">
        <pc:chgData name="Kenneth Graf" userId="d1890dd4-deb6-4a9b-a156-5113ac77bda8" providerId="ADAL" clId="{C72F0229-B2F0-4A0F-B5BE-97EFF6E10B47}" dt="2020-01-09T05:24:43.722" v="234"/>
        <pc:sldMkLst>
          <pc:docMk/>
          <pc:sldMk cId="2808025814" sldId="311"/>
        </pc:sldMkLst>
      </pc:sldChg>
      <pc:sldChg chg="modSp add">
        <pc:chgData name="Kenneth Graf" userId="d1890dd4-deb6-4a9b-a156-5113ac77bda8" providerId="ADAL" clId="{C72F0229-B2F0-4A0F-B5BE-97EFF6E10B47}" dt="2020-01-09T05:24:43.802" v="237" actId="27636"/>
        <pc:sldMkLst>
          <pc:docMk/>
          <pc:sldMk cId="4219357398" sldId="312"/>
        </pc:sldMkLst>
        <pc:spChg chg="mod">
          <ac:chgData name="Kenneth Graf" userId="d1890dd4-deb6-4a9b-a156-5113ac77bda8" providerId="ADAL" clId="{C72F0229-B2F0-4A0F-B5BE-97EFF6E10B47}" dt="2020-01-09T05:24:43.802" v="237" actId="27636"/>
          <ac:spMkLst>
            <pc:docMk/>
            <pc:sldMk cId="4219357398" sldId="312"/>
            <ac:spMk id="3" creationId="{00000000-0000-0000-0000-000000000000}"/>
          </ac:spMkLst>
        </pc:spChg>
      </pc:sldChg>
      <pc:sldChg chg="modSp add">
        <pc:chgData name="Kenneth Graf" userId="d1890dd4-deb6-4a9b-a156-5113ac77bda8" providerId="ADAL" clId="{C72F0229-B2F0-4A0F-B5BE-97EFF6E10B47}" dt="2020-01-20T16:58:25.607" v="415" actId="14100"/>
        <pc:sldMkLst>
          <pc:docMk/>
          <pc:sldMk cId="3496531198" sldId="313"/>
        </pc:sldMkLst>
        <pc:picChg chg="mod">
          <ac:chgData name="Kenneth Graf" userId="d1890dd4-deb6-4a9b-a156-5113ac77bda8" providerId="ADAL" clId="{C72F0229-B2F0-4A0F-B5BE-97EFF6E10B47}" dt="2020-01-20T16:58:25.607" v="415" actId="14100"/>
          <ac:picMkLst>
            <pc:docMk/>
            <pc:sldMk cId="3496531198" sldId="313"/>
            <ac:picMk id="4" creationId="{00000000-0000-0000-0000-000000000000}"/>
          </ac:picMkLst>
        </pc:picChg>
      </pc:sldChg>
      <pc:sldChg chg="add">
        <pc:chgData name="Kenneth Graf" userId="d1890dd4-deb6-4a9b-a156-5113ac77bda8" providerId="ADAL" clId="{C72F0229-B2F0-4A0F-B5BE-97EFF6E10B47}" dt="2020-01-09T05:24:43.722" v="234"/>
        <pc:sldMkLst>
          <pc:docMk/>
          <pc:sldMk cId="625413985" sldId="314"/>
        </pc:sldMkLst>
      </pc:sldChg>
      <pc:sldChg chg="modSp add">
        <pc:chgData name="Kenneth Graf" userId="d1890dd4-deb6-4a9b-a156-5113ac77bda8" providerId="ADAL" clId="{C72F0229-B2F0-4A0F-B5BE-97EFF6E10B47}" dt="2020-01-20T16:58:44.613" v="416" actId="1076"/>
        <pc:sldMkLst>
          <pc:docMk/>
          <pc:sldMk cId="2825364141" sldId="315"/>
        </pc:sldMkLst>
        <pc:picChg chg="mod">
          <ac:chgData name="Kenneth Graf" userId="d1890dd4-deb6-4a9b-a156-5113ac77bda8" providerId="ADAL" clId="{C72F0229-B2F0-4A0F-B5BE-97EFF6E10B47}" dt="2020-01-20T16:58:44.613" v="416" actId="1076"/>
          <ac:picMkLst>
            <pc:docMk/>
            <pc:sldMk cId="2825364141" sldId="315"/>
            <ac:picMk id="4" creationId="{00000000-0000-0000-0000-000000000000}"/>
          </ac:picMkLst>
        </pc:picChg>
      </pc:sldChg>
      <pc:sldChg chg="modSp add">
        <pc:chgData name="Kenneth Graf" userId="d1890dd4-deb6-4a9b-a156-5113ac77bda8" providerId="ADAL" clId="{C72F0229-B2F0-4A0F-B5BE-97EFF6E10B47}" dt="2020-01-20T16:58:59.146" v="418" actId="14100"/>
        <pc:sldMkLst>
          <pc:docMk/>
          <pc:sldMk cId="2228615092" sldId="316"/>
        </pc:sldMkLst>
        <pc:picChg chg="mod">
          <ac:chgData name="Kenneth Graf" userId="d1890dd4-deb6-4a9b-a156-5113ac77bda8" providerId="ADAL" clId="{C72F0229-B2F0-4A0F-B5BE-97EFF6E10B47}" dt="2020-01-20T16:58:59.146" v="418" actId="14100"/>
          <ac:picMkLst>
            <pc:docMk/>
            <pc:sldMk cId="2228615092" sldId="316"/>
            <ac:picMk id="6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772423719" sldId="317"/>
        </pc:sldMkLst>
        <pc:spChg chg="add del mod">
          <ac:chgData name="Kenneth Graf" userId="d1890dd4-deb6-4a9b-a156-5113ac77bda8" providerId="ADAL" clId="{C72F0229-B2F0-4A0F-B5BE-97EFF6E10B47}" dt="2020-01-09T05:37:21.156" v="247"/>
          <ac:spMkLst>
            <pc:docMk/>
            <pc:sldMk cId="1772423719" sldId="317"/>
            <ac:spMk id="2" creationId="{1259D1CE-DA4F-4890-A856-A04DC5CF5D91}"/>
          </ac:spMkLst>
        </pc:spChg>
        <pc:spChg chg="add mod">
          <ac:chgData name="Kenneth Graf" userId="d1890dd4-deb6-4a9b-a156-5113ac77bda8" providerId="ADAL" clId="{C72F0229-B2F0-4A0F-B5BE-97EFF6E10B47}" dt="2020-01-09T05:37:21.156" v="247"/>
          <ac:spMkLst>
            <pc:docMk/>
            <pc:sldMk cId="1772423719" sldId="317"/>
            <ac:spMk id="3" creationId="{E011B8B2-61AE-44DC-A5BB-CB3D2F607E22}"/>
          </ac:spMkLst>
        </pc:spChg>
        <pc:spChg chg="del">
          <ac:chgData name="Kenneth Graf" userId="d1890dd4-deb6-4a9b-a156-5113ac77bda8" providerId="ADAL" clId="{C72F0229-B2F0-4A0F-B5BE-97EFF6E10B47}" dt="2020-01-09T05:37:15.638" v="245"/>
          <ac:spMkLst>
            <pc:docMk/>
            <pc:sldMk cId="1772423719" sldId="317"/>
            <ac:spMk id="4" creationId="{00000000-0000-0000-0000-000000000000}"/>
          </ac:spMkLst>
        </pc:spChg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471413558" sldId="318"/>
        </pc:sldMkLst>
      </pc:sldChg>
      <pc:sldChg chg="addSp del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2376154704" sldId="319"/>
        </pc:sldMkLst>
        <pc:spChg chg="del">
          <ac:chgData name="Kenneth Graf" userId="d1890dd4-deb6-4a9b-a156-5113ac77bda8" providerId="ADAL" clId="{C72F0229-B2F0-4A0F-B5BE-97EFF6E10B47}" dt="2020-01-09T05:37:15.638" v="245"/>
          <ac:spMkLst>
            <pc:docMk/>
            <pc:sldMk cId="2376154704" sldId="319"/>
            <ac:spMk id="3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2376154704" sldId="319"/>
            <ac:spMk id="4" creationId="{6C322AAF-C1E2-4613-9BBD-4E46181B4C0B}"/>
          </ac:spMkLst>
        </pc:spChg>
      </pc:sldChg>
      <pc:sldChg chg="add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3925157754" sldId="320"/>
        </pc:sldMkLst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3925157754" sldId="320"/>
            <ac:spMk id="2" creationId="{AC5F4695-C52D-4680-8811-7F2EB9962C47}"/>
          </ac:spMkLst>
        </pc:spChg>
      </pc:sldChg>
      <pc:sldChg chg="add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856041449" sldId="321"/>
        </pc:sldMkLst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856041449" sldId="321"/>
            <ac:spMk id="4" creationId="{F0E45779-3EB4-457F-9772-C54DFB4FA7C5}"/>
          </ac:spMkLst>
        </pc:spChg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856041449" sldId="321"/>
            <ac:spMk id="5" creationId="{280BF7FE-8DB7-491A-BB97-9A1BBDAD82AC}"/>
          </ac:spMkLst>
        </pc:spChg>
      </pc:sldChg>
      <pc:sldChg chg="add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021488331" sldId="322"/>
        </pc:sldMkLst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1021488331" sldId="322"/>
            <ac:spMk id="2" creationId="{F22F7237-3229-42D3-8234-538340AE1D20}"/>
          </ac:spMkLst>
        </pc:spChg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1021488331" sldId="322"/>
            <ac:spMk id="7" creationId="{21316341-214E-4134-A174-225990C440AB}"/>
          </ac:spMkLst>
        </pc:spChg>
      </pc:sldChg>
      <pc:sldChg chg="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2027560473" sldId="323"/>
        </pc:sldMkLst>
        <pc:picChg chg="mod">
          <ac:chgData name="Kenneth Graf" userId="d1890dd4-deb6-4a9b-a156-5113ac77bda8" providerId="ADAL" clId="{C72F0229-B2F0-4A0F-B5BE-97EFF6E10B47}" dt="2020-01-20T16:59:25.267" v="420" actId="14100"/>
          <ac:picMkLst>
            <pc:docMk/>
            <pc:sldMk cId="2027560473" sldId="323"/>
            <ac:picMk id="1026" creationId="{6AE14700-9D67-4A0B-8AFF-F239FE708FA6}"/>
          </ac:picMkLst>
        </pc:picChg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3373490645" sldId="324"/>
        </pc:sldMkLst>
      </pc:sldChg>
      <pc:sldChg chg="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3771021419" sldId="325"/>
        </pc:sldMkLst>
        <pc:spChg chg="mod">
          <ac:chgData name="Kenneth Graf" userId="d1890dd4-deb6-4a9b-a156-5113ac77bda8" providerId="ADAL" clId="{C72F0229-B2F0-4A0F-B5BE-97EFF6E10B47}" dt="2020-01-09T05:37:15.670" v="246" actId="27636"/>
          <ac:spMkLst>
            <pc:docMk/>
            <pc:sldMk cId="3771021419" sldId="325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470517882" sldId="326"/>
        </pc:sldMkLst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656430330" sldId="327"/>
        </pc:sldMkLst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642271210" sldId="328"/>
        </pc:sldMkLst>
      </pc:sldChg>
      <pc:sldChg chg="addSp del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676332713" sldId="329"/>
        </pc:sldMkLst>
        <pc:spChg chg="del">
          <ac:chgData name="Kenneth Graf" userId="d1890dd4-deb6-4a9b-a156-5113ac77bda8" providerId="ADAL" clId="{C72F0229-B2F0-4A0F-B5BE-97EFF6E10B47}" dt="2020-01-09T05:37:15.638" v="245"/>
          <ac:spMkLst>
            <pc:docMk/>
            <pc:sldMk cId="676332713" sldId="329"/>
            <ac:spMk id="2" creationId="{BFF11E39-9DCB-4C10-85BB-61B91E8BE5ED}"/>
          </ac:spMkLst>
        </pc:spChg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676332713" sldId="329"/>
            <ac:spMk id="3" creationId="{3849661D-2ADF-4929-BA6A-4F0F4BAA6A43}"/>
          </ac:spMkLst>
        </pc:spChg>
        <pc:picChg chg="mod">
          <ac:chgData name="Kenneth Graf" userId="d1890dd4-deb6-4a9b-a156-5113ac77bda8" providerId="ADAL" clId="{C72F0229-B2F0-4A0F-B5BE-97EFF6E10B47}" dt="2020-01-20T16:59:44.707" v="423" actId="1076"/>
          <ac:picMkLst>
            <pc:docMk/>
            <pc:sldMk cId="676332713" sldId="329"/>
            <ac:picMk id="4" creationId="{8B25FED9-2046-4658-8A25-B83759837EAE}"/>
          </ac:picMkLst>
        </pc:picChg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507842421" sldId="330"/>
        </pc:sldMkLst>
      </pc:sldChg>
      <pc:sldChg chg="add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3734502179" sldId="331"/>
        </pc:sldMkLst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3734502179" sldId="331"/>
            <ac:spMk id="3" creationId="{AD85C0A5-78F8-4E2C-8B00-1ADD58C192A1}"/>
          </ac:spMkLst>
        </pc:spChg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409701641" sldId="332"/>
        </pc:sldMkLst>
      </pc:sldChg>
      <pc:sldChg chg="add del">
        <pc:chgData name="Kenneth Graf" userId="d1890dd4-deb6-4a9b-a156-5113ac77bda8" providerId="ADAL" clId="{C72F0229-B2F0-4A0F-B5BE-97EFF6E10B47}" dt="2020-01-20T17:03:30.079" v="427" actId="47"/>
        <pc:sldMkLst>
          <pc:docMk/>
          <pc:sldMk cId="1411556301" sldId="333"/>
        </pc:sldMkLst>
      </pc:sldChg>
      <pc:sldChg chg="addSp delSp modSp add del">
        <pc:chgData name="Kenneth Graf" userId="d1890dd4-deb6-4a9b-a156-5113ac77bda8" providerId="ADAL" clId="{C72F0229-B2F0-4A0F-B5BE-97EFF6E10B47}" dt="2020-01-20T17:03:30.079" v="427" actId="47"/>
        <pc:sldMkLst>
          <pc:docMk/>
          <pc:sldMk cId="3851482415" sldId="334"/>
        </pc:sldMkLst>
        <pc:spChg chg="del">
          <ac:chgData name="Kenneth Graf" userId="d1890dd4-deb6-4a9b-a156-5113ac77bda8" providerId="ADAL" clId="{C72F0229-B2F0-4A0F-B5BE-97EFF6E10B47}" dt="2020-01-09T05:37:15.638" v="245"/>
          <ac:spMkLst>
            <pc:docMk/>
            <pc:sldMk cId="3851482415" sldId="334"/>
            <ac:spMk id="2" creationId="{00000000-0000-0000-0000-000000000000}"/>
          </ac:spMkLst>
        </pc:spChg>
        <pc:spChg chg="add mod">
          <ac:chgData name="Kenneth Graf" userId="d1890dd4-deb6-4a9b-a156-5113ac77bda8" providerId="ADAL" clId="{C72F0229-B2F0-4A0F-B5BE-97EFF6E10B47}" dt="2020-01-09T05:37:15.638" v="245"/>
          <ac:spMkLst>
            <pc:docMk/>
            <pc:sldMk cId="3851482415" sldId="334"/>
            <ac:spMk id="3" creationId="{261B3143-DCA1-4171-AF87-6CF91C8F4644}"/>
          </ac:spMkLst>
        </pc:spChg>
        <pc:picChg chg="mod">
          <ac:chgData name="Kenneth Graf" userId="d1890dd4-deb6-4a9b-a156-5113ac77bda8" providerId="ADAL" clId="{C72F0229-B2F0-4A0F-B5BE-97EFF6E10B47}" dt="2020-01-20T17:00:17.469" v="425" actId="14100"/>
          <ac:picMkLst>
            <pc:docMk/>
            <pc:sldMk cId="3851482415" sldId="334"/>
            <ac:picMk id="4" creationId="{00000000-0000-0000-0000-000000000000}"/>
          </ac:picMkLst>
        </pc:picChg>
      </pc:sldChg>
      <pc:sldChg chg="addSp delSp 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2901685967" sldId="335"/>
        </pc:sldMkLst>
        <pc:spChg chg="add del mod">
          <ac:chgData name="Kenneth Graf" userId="d1890dd4-deb6-4a9b-a156-5113ac77bda8" providerId="ADAL" clId="{C72F0229-B2F0-4A0F-B5BE-97EFF6E10B47}" dt="2020-01-09T05:40:40.020" v="254"/>
          <ac:spMkLst>
            <pc:docMk/>
            <pc:sldMk cId="2901685967" sldId="335"/>
            <ac:spMk id="2" creationId="{0E7F9AEC-BA68-489B-8EC7-F28257AE310A}"/>
          </ac:spMkLst>
        </pc:spChg>
        <pc:spChg chg="add mod">
          <ac:chgData name="Kenneth Graf" userId="d1890dd4-deb6-4a9b-a156-5113ac77bda8" providerId="ADAL" clId="{C72F0229-B2F0-4A0F-B5BE-97EFF6E10B47}" dt="2020-01-09T05:40:40.020" v="254"/>
          <ac:spMkLst>
            <pc:docMk/>
            <pc:sldMk cId="2901685967" sldId="335"/>
            <ac:spMk id="3" creationId="{67F68B5F-672F-4596-BFD0-FE8A91A99E1F}"/>
          </ac:spMkLst>
        </pc:spChg>
        <pc:spChg chg="del">
          <ac:chgData name="Kenneth Graf" userId="d1890dd4-deb6-4a9b-a156-5113ac77bda8" providerId="ADAL" clId="{C72F0229-B2F0-4A0F-B5BE-97EFF6E10B47}" dt="2020-01-09T05:40:35.092" v="252"/>
          <ac:spMkLst>
            <pc:docMk/>
            <pc:sldMk cId="2901685967" sldId="335"/>
            <ac:spMk id="4" creationId="{00000000-0000-0000-0000-000000000000}"/>
          </ac:spMkLst>
        </pc:spChg>
        <pc:spChg chg="mod">
          <ac:chgData name="Kenneth Graf" userId="d1890dd4-deb6-4a9b-a156-5113ac77bda8" providerId="ADAL" clId="{C72F0229-B2F0-4A0F-B5BE-97EFF6E10B47}" dt="2020-01-09T05:40:40.041" v="255" actId="27636"/>
          <ac:spMkLst>
            <pc:docMk/>
            <pc:sldMk cId="2901685967" sldId="335"/>
            <ac:spMk id="5" creationId="{00000000-0000-0000-0000-000000000000}"/>
          </ac:spMkLst>
        </pc:spChg>
      </pc:sldChg>
      <pc:sldChg chg="addSp 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2518762761" sldId="336"/>
        </pc:sldMkLst>
        <pc:spChg chg="add mod">
          <ac:chgData name="Kenneth Graf" userId="d1890dd4-deb6-4a9b-a156-5113ac77bda8" providerId="ADAL" clId="{C72F0229-B2F0-4A0F-B5BE-97EFF6E10B47}" dt="2020-01-09T05:40:35.092" v="252"/>
          <ac:spMkLst>
            <pc:docMk/>
            <pc:sldMk cId="2518762761" sldId="336"/>
            <ac:spMk id="3" creationId="{22BE7FE7-159E-4042-9C30-5D614AA23149}"/>
          </ac:spMkLst>
        </pc:spChg>
      </pc:sldChg>
      <pc:sldChg chg="addSp 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2755993119" sldId="337"/>
        </pc:sldMkLst>
        <pc:spChg chg="add mod">
          <ac:chgData name="Kenneth Graf" userId="d1890dd4-deb6-4a9b-a156-5113ac77bda8" providerId="ADAL" clId="{C72F0229-B2F0-4A0F-B5BE-97EFF6E10B47}" dt="2020-01-09T05:40:35.092" v="252"/>
          <ac:spMkLst>
            <pc:docMk/>
            <pc:sldMk cId="2755993119" sldId="337"/>
            <ac:spMk id="4" creationId="{B2198F32-B53D-454D-8E5D-8BD1D6DE4275}"/>
          </ac:spMkLst>
        </pc:spChg>
      </pc:sldChg>
      <pc:sldChg chg="add del">
        <pc:chgData name="Kenneth Graf" userId="d1890dd4-deb6-4a9b-a156-5113ac77bda8" providerId="ADAL" clId="{C72F0229-B2F0-4A0F-B5BE-97EFF6E10B47}" dt="2020-01-20T17:01:02.923" v="426" actId="47"/>
        <pc:sldMkLst>
          <pc:docMk/>
          <pc:sldMk cId="946292671" sldId="338"/>
        </pc:sldMkLst>
      </pc:sldChg>
      <pc:sldChg chg="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2344214997" sldId="339"/>
        </pc:sldMkLst>
        <pc:spChg chg="mod">
          <ac:chgData name="Kenneth Graf" userId="d1890dd4-deb6-4a9b-a156-5113ac77bda8" providerId="ADAL" clId="{C72F0229-B2F0-4A0F-B5BE-97EFF6E10B47}" dt="2020-01-09T05:40:31.909" v="249" actId="27636"/>
          <ac:spMkLst>
            <pc:docMk/>
            <pc:sldMk cId="2344214997" sldId="339"/>
            <ac:spMk id="3" creationId="{00000000-0000-0000-0000-000000000000}"/>
          </ac:spMkLst>
        </pc:spChg>
      </pc:sldChg>
      <pc:sldChg chg="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2946731820" sldId="340"/>
        </pc:sldMkLst>
        <pc:spChg chg="mod">
          <ac:chgData name="Kenneth Graf" userId="d1890dd4-deb6-4a9b-a156-5113ac77bda8" providerId="ADAL" clId="{C72F0229-B2F0-4A0F-B5BE-97EFF6E10B47}" dt="2020-01-09T05:40:31.917" v="250" actId="27636"/>
          <ac:spMkLst>
            <pc:docMk/>
            <pc:sldMk cId="2946731820" sldId="340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C72F0229-B2F0-4A0F-B5BE-97EFF6E10B47}" dt="2020-01-20T17:01:02.923" v="426" actId="47"/>
        <pc:sldMkLst>
          <pc:docMk/>
          <pc:sldMk cId="1893440047" sldId="341"/>
        </pc:sldMkLst>
      </pc:sldChg>
      <pc:sldChg chg="add del">
        <pc:chgData name="Kenneth Graf" userId="d1890dd4-deb6-4a9b-a156-5113ac77bda8" providerId="ADAL" clId="{C72F0229-B2F0-4A0F-B5BE-97EFF6E10B47}" dt="2020-01-20T17:01:02.923" v="426" actId="47"/>
        <pc:sldMkLst>
          <pc:docMk/>
          <pc:sldMk cId="3880432507" sldId="342"/>
        </pc:sldMkLst>
      </pc:sldChg>
      <pc:sldChg chg="modSp add del">
        <pc:chgData name="Kenneth Graf" userId="d1890dd4-deb6-4a9b-a156-5113ac77bda8" providerId="ADAL" clId="{C72F0229-B2F0-4A0F-B5BE-97EFF6E10B47}" dt="2020-01-20T17:01:02.923" v="426" actId="47"/>
        <pc:sldMkLst>
          <pc:docMk/>
          <pc:sldMk cId="391417531" sldId="343"/>
        </pc:sldMkLst>
        <pc:spChg chg="mod">
          <ac:chgData name="Kenneth Graf" userId="d1890dd4-deb6-4a9b-a156-5113ac77bda8" providerId="ADAL" clId="{C72F0229-B2F0-4A0F-B5BE-97EFF6E10B47}" dt="2020-01-09T05:40:31.928" v="251" actId="27636"/>
          <ac:spMkLst>
            <pc:docMk/>
            <pc:sldMk cId="391417531" sldId="343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C72F0229-B2F0-4A0F-B5BE-97EFF6E10B47}" dt="2020-01-20T17:01:02.923" v="426" actId="47"/>
        <pc:sldMkLst>
          <pc:docMk/>
          <pc:sldMk cId="688610832" sldId="344"/>
        </pc:sldMkLst>
      </pc:sldChg>
      <pc:sldChg chg="add del">
        <pc:chgData name="Kenneth Graf" userId="d1890dd4-deb6-4a9b-a156-5113ac77bda8" providerId="ADAL" clId="{C72F0229-B2F0-4A0F-B5BE-97EFF6E10B47}" dt="2020-01-20T17:01:02.923" v="426" actId="47"/>
        <pc:sldMkLst>
          <pc:docMk/>
          <pc:sldMk cId="3366252403" sldId="345"/>
        </pc:sldMkLst>
      </pc:sldChg>
      <pc:sldChg chg="addSp delSp modSp add del">
        <pc:chgData name="Kenneth Graf" userId="d1890dd4-deb6-4a9b-a156-5113ac77bda8" providerId="ADAL" clId="{C72F0229-B2F0-4A0F-B5BE-97EFF6E10B47}" dt="2020-01-20T16:30:50.358" v="261" actId="47"/>
        <pc:sldMkLst>
          <pc:docMk/>
          <pc:sldMk cId="2093418598" sldId="346"/>
        </pc:sldMkLst>
        <pc:spChg chg="del">
          <ac:chgData name="Kenneth Graf" userId="d1890dd4-deb6-4a9b-a156-5113ac77bda8" providerId="ADAL" clId="{C72F0229-B2F0-4A0F-B5BE-97EFF6E10B47}" dt="2020-01-20T16:26:42.038" v="257"/>
          <ac:spMkLst>
            <pc:docMk/>
            <pc:sldMk cId="2093418598" sldId="346"/>
            <ac:spMk id="3" creationId="{C58581BC-F151-41B6-AAC5-1969DD805AF8}"/>
          </ac:spMkLst>
        </pc:spChg>
        <pc:spChg chg="add mod">
          <ac:chgData name="Kenneth Graf" userId="d1890dd4-deb6-4a9b-a156-5113ac77bda8" providerId="ADAL" clId="{C72F0229-B2F0-4A0F-B5BE-97EFF6E10B47}" dt="2020-01-20T16:30:47.654" v="260" actId="478"/>
          <ac:spMkLst>
            <pc:docMk/>
            <pc:sldMk cId="2093418598" sldId="346"/>
            <ac:spMk id="6" creationId="{CC6376C9-414A-4D43-A142-77BE92914B58}"/>
          </ac:spMkLst>
        </pc:spChg>
        <pc:picChg chg="add del mod">
          <ac:chgData name="Kenneth Graf" userId="d1890dd4-deb6-4a9b-a156-5113ac77bda8" providerId="ADAL" clId="{C72F0229-B2F0-4A0F-B5BE-97EFF6E10B47}" dt="2020-01-20T16:30:47.654" v="260" actId="478"/>
          <ac:picMkLst>
            <pc:docMk/>
            <pc:sldMk cId="2093418598" sldId="346"/>
            <ac:picMk id="4" creationId="{1412F245-6C6B-41B4-959E-92966B3024F2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8F3AA64-1AA2-40FC-9C4D-FF0C9CC41531}" type="datetimeFigureOut">
              <a:rPr lang="en-US" smtClean="0"/>
              <a:t>1/20/2020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E13BA3-2BF5-478F-8F09-F40177E2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4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b="1" dirty="0"/>
              <a:t>Artifacts are targeted at next phase</a:t>
            </a:r>
          </a:p>
          <a:p>
            <a:r>
              <a:rPr lang="en-US" dirty="0"/>
              <a:t>	poor reuse</a:t>
            </a:r>
          </a:p>
          <a:p>
            <a:r>
              <a:rPr lang="en-US" dirty="0"/>
              <a:t>	poor automation</a:t>
            </a:r>
          </a:p>
          <a:p>
            <a:endParaRPr lang="en-US" dirty="0"/>
          </a:p>
          <a:p>
            <a:r>
              <a:rPr lang="en-US" b="1" dirty="0"/>
              <a:t>GRC needed to minimize audit expense by grouping technologies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a project owner, how can I prove that my project’s code is secure?</a:t>
            </a:r>
          </a:p>
          <a:p>
            <a:pPr lvl="1"/>
            <a:r>
              <a:rPr lang="en-US" dirty="0"/>
              <a:t>To  myself?</a:t>
            </a:r>
          </a:p>
          <a:p>
            <a:pPr lvl="1"/>
            <a:r>
              <a:rPr lang="en-US" dirty="0"/>
              <a:t>To my PM, Arch, </a:t>
            </a:r>
            <a:r>
              <a:rPr lang="en-US" dirty="0" err="1"/>
              <a:t>Dev</a:t>
            </a:r>
            <a:r>
              <a:rPr lang="en-US" dirty="0"/>
              <a:t> and QA teams?</a:t>
            </a:r>
          </a:p>
          <a:p>
            <a:pPr lvl="1"/>
            <a:r>
              <a:rPr lang="en-US" dirty="0"/>
              <a:t>To my manager?</a:t>
            </a:r>
          </a:p>
          <a:p>
            <a:pPr lvl="1"/>
            <a:r>
              <a:rPr lang="en-US" dirty="0"/>
              <a:t>To security, audit and compliance teams?</a:t>
            </a:r>
          </a:p>
          <a:p>
            <a:pPr lvl="1"/>
            <a:r>
              <a:rPr lang="en-US" dirty="0"/>
              <a:t>To operations when promoting to production?</a:t>
            </a:r>
          </a:p>
          <a:p>
            <a:pPr lvl="1"/>
            <a:r>
              <a:rPr lang="en-US" dirty="0"/>
              <a:t>To a 3rd party auditor?</a:t>
            </a:r>
          </a:p>
          <a:p>
            <a:pPr lvl="1"/>
            <a:r>
              <a:rPr lang="en-US" dirty="0"/>
              <a:t>To the customer?</a:t>
            </a:r>
          </a:p>
          <a:p>
            <a:endParaRPr lang="en-US" dirty="0"/>
          </a:p>
        </p:txBody>
      </p:sp>
      <p:sp>
        <p:nvSpPr>
          <p:cNvPr id="49156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09" indent="-285734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2937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111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287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461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635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8811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5985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915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09" indent="-285734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2937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111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287" indent="-228587" defTabSz="928637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461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635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8811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5985" indent="-228587" defTabSz="928637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19727A2-3590-4F01-89DC-FEA0045934E1}" type="slidenum">
              <a:rPr lang="en-US" sz="1200">
                <a:solidFill>
                  <a:schemeClr val="tx1"/>
                </a:solidFill>
                <a:latin typeface="Times New Roman" pitchFamily="18" charset="0"/>
              </a:rPr>
              <a:pPr/>
              <a:t>4</a:t>
            </a:fld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8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of skill demands by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37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19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45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38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01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Don't Believe the Hype</a:t>
            </a:r>
          </a:p>
          <a:p>
            <a:r>
              <a:rPr lang="en-US" dirty="0"/>
              <a:t>Outside the open source community, the notion that open source is good for security--particularly when developers are diligent--often meets with extreme skepticism</a:t>
            </a:r>
          </a:p>
          <a:p>
            <a:endParaRPr lang="en-US" dirty="0"/>
          </a:p>
          <a:p>
            <a:r>
              <a:rPr lang="en-US" dirty="0"/>
              <a:t>Is the open source developer good at finding vulnerabilities?  unclear</a:t>
            </a:r>
          </a:p>
          <a:p>
            <a:endParaRPr lang="en-US" dirty="0"/>
          </a:p>
          <a:p>
            <a:r>
              <a:rPr lang="en-US" dirty="0"/>
              <a:t>Open source selected based on functionality first.</a:t>
            </a:r>
          </a:p>
          <a:p>
            <a:endParaRPr lang="en-US" dirty="0"/>
          </a:p>
          <a:p>
            <a:r>
              <a:rPr lang="en-US" dirty="0"/>
              <a:t>Eyeballs that care about security want to make a name.  Thus they focus on popular projects.</a:t>
            </a:r>
          </a:p>
          <a:p>
            <a:endParaRPr lang="en-US" dirty="0"/>
          </a:p>
          <a:p>
            <a:r>
              <a:rPr lang="en-US" dirty="0"/>
              <a:t>WU-FTPD around for a decade with a large number of buffer overflows.</a:t>
            </a:r>
          </a:p>
          <a:p>
            <a:endParaRPr lang="en-US" dirty="0"/>
          </a:p>
          <a:p>
            <a:r>
              <a:rPr lang="en-US" dirty="0"/>
              <a:t>Too many eyeballs = too many cooks = unfocused contribution</a:t>
            </a:r>
          </a:p>
          <a:p>
            <a:endParaRPr lang="en-US" dirty="0"/>
          </a:p>
          <a:p>
            <a:r>
              <a:rPr lang="en-US" dirty="0"/>
              <a:t>Good software auditors are in high demand and go to commercial shops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75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9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84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to model what happens to requirements when the guide word is applied.  For example.</a:t>
            </a:r>
          </a:p>
          <a:p>
            <a:endParaRPr lang="en-US" dirty="0"/>
          </a:p>
          <a:p>
            <a:r>
              <a:rPr lang="en-US" dirty="0"/>
              <a:t>Requirement: User can request resource &lt;xyz&gt;.</a:t>
            </a:r>
          </a:p>
          <a:p>
            <a:endParaRPr lang="en-US" dirty="0"/>
          </a:p>
          <a:p>
            <a:pPr defTabSz="931774">
              <a:defRPr/>
            </a:pPr>
            <a:r>
              <a:rPr lang="en-US" dirty="0"/>
              <a:t>User can </a:t>
            </a:r>
            <a:r>
              <a:rPr lang="en-US" i="1" dirty="0"/>
              <a:t>NOT</a:t>
            </a:r>
            <a:r>
              <a:rPr lang="en-US" dirty="0"/>
              <a:t> request resource &lt;xyz&gt;</a:t>
            </a:r>
            <a:r>
              <a:rPr lang="en-US" i="1" dirty="0"/>
              <a:t>.</a:t>
            </a:r>
          </a:p>
          <a:p>
            <a:pPr defTabSz="931774">
              <a:defRPr/>
            </a:pPr>
            <a:r>
              <a:rPr lang="en-US" dirty="0"/>
              <a:t>User can request resource &lt;xyz&gt; </a:t>
            </a:r>
            <a:r>
              <a:rPr lang="en-US" i="1" dirty="0"/>
              <a:t>MORE than 2 times.</a:t>
            </a:r>
          </a:p>
          <a:p>
            <a:pPr defTabSz="931774">
              <a:defRPr/>
            </a:pPr>
            <a:r>
              <a:rPr lang="en-US" dirty="0"/>
              <a:t>User can request resources </a:t>
            </a:r>
            <a:r>
              <a:rPr lang="en-US" i="1" dirty="0"/>
              <a:t>OTHER THAN</a:t>
            </a:r>
            <a:r>
              <a:rPr lang="en-US" dirty="0"/>
              <a:t> &lt;xyz&gt;</a:t>
            </a:r>
            <a:r>
              <a:rPr lang="en-US" i="1" dirty="0"/>
              <a:t>.</a:t>
            </a:r>
          </a:p>
          <a:p>
            <a:pPr defTabSz="931774">
              <a:defRPr/>
            </a:pPr>
            <a:r>
              <a:rPr lang="en-US" dirty="0"/>
              <a:t>User can request resource &lt;xyz&gt; </a:t>
            </a:r>
            <a:r>
              <a:rPr lang="en-US" i="1" dirty="0"/>
              <a:t>BEFORE establishing an SSL connection.</a:t>
            </a:r>
          </a:p>
          <a:p>
            <a:pPr defTabSz="931774">
              <a:defRPr/>
            </a:pPr>
            <a:r>
              <a:rPr lang="en-US" dirty="0"/>
              <a:t>User can request resource &lt;xyz&gt; </a:t>
            </a:r>
            <a:r>
              <a:rPr lang="en-US" i="1" dirty="0"/>
              <a:t>AFTER </a:t>
            </a:r>
            <a:r>
              <a:rPr lang="en-US" i="1" dirty="0" err="1"/>
              <a:t>loging</a:t>
            </a:r>
            <a:r>
              <a:rPr lang="en-US" i="1" dirty="0"/>
              <a:t> out.</a:t>
            </a:r>
          </a:p>
          <a:p>
            <a:pPr defTabSz="931774">
              <a:defRPr/>
            </a:pPr>
            <a:r>
              <a:rPr lang="en-US" dirty="0"/>
              <a:t>User can request resource &lt;xyz&gt; </a:t>
            </a:r>
            <a:r>
              <a:rPr lang="en-US" i="1" dirty="0"/>
              <a:t>AS WELL AS &lt;</a:t>
            </a:r>
            <a:r>
              <a:rPr lang="en-US" i="1" dirty="0" err="1"/>
              <a:t>abc</a:t>
            </a:r>
            <a:r>
              <a:rPr lang="en-US" i="1" dirty="0"/>
              <a:t>&gt;.</a:t>
            </a:r>
          </a:p>
          <a:p>
            <a:pPr defTabSz="931774">
              <a:defRPr/>
            </a:pP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29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35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3511A6-0EB3-4D86-A68A-63EE72AEAF5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62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Avoid:</a:t>
            </a:r>
            <a:r>
              <a:rPr lang="en-US" baseline="0" dirty="0"/>
              <a:t> Local bank not using a cheap China based ISP</a:t>
            </a:r>
          </a:p>
          <a:p>
            <a:r>
              <a:rPr lang="en-US" baseline="0" dirty="0"/>
              <a:t>Transfer: Cyber insurance to cover data disclosure costs</a:t>
            </a:r>
          </a:p>
          <a:p>
            <a:r>
              <a:rPr lang="en-US" baseline="0" dirty="0"/>
              <a:t>Accept: most internal software development</a:t>
            </a:r>
          </a:p>
          <a:p>
            <a:r>
              <a:rPr lang="en-US" baseline="0" dirty="0"/>
              <a:t>Reduce: Adding </a:t>
            </a:r>
            <a:r>
              <a:rPr lang="en-US" baseline="0"/>
              <a:t>DDoS protections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197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29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3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243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1"/>
            <a:ext cx="10972800" cy="1470025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n-US" dirty="0"/>
              <a:t>IT666 : Computer Security</a:t>
            </a:r>
          </a:p>
        </p:txBody>
      </p:sp>
      <p:sp>
        <p:nvSpPr>
          <p:cNvPr id="10" name="Date Placeholder 3"/>
          <p:cNvSpPr txBox="1">
            <a:spLocks/>
          </p:cNvSpPr>
          <p:nvPr/>
        </p:nvSpPr>
        <p:spPr>
          <a:xfrm>
            <a:off x="914400" y="6348476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7112000" y="6348475"/>
            <a:ext cx="416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Instructor : ken.graf@unh.edu</a:t>
            </a:r>
          </a:p>
        </p:txBody>
      </p:sp>
      <p:pic>
        <p:nvPicPr>
          <p:cNvPr id="12" name="Picture 2" descr="University of New Hampshire">
            <a:extLst>
              <a:ext uri="{FF2B5EF4-FFF2-40B4-BE49-F238E27FC236}">
                <a16:creationId xmlns:a16="http://schemas.microsoft.com/office/drawing/2014/main" id="{52E3954D-70A0-416F-A7AB-55B49D629F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9146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5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5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3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7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://www.cs.unh.edu/~it666/reading_list/Web/microsoft_devcon_fy05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en-us/securityengineering/sdl/practice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scaledagileframework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hyperlink" Target="https://www.sans.org/security-resources/posters/secure-devops-toolchain-swat-checklist/60/downloa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learning/en/us/books/8753.asp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owasp.org/index.php/Application_Threat_Modeling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cve.mitre.org/" TargetMode="External"/><Relationship Id="rId2" Type="http://schemas.openxmlformats.org/officeDocument/2006/relationships/hyperlink" Target="https://en.wikipedia.org/wiki/Security_Content_Automation_Protoco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hyperlink" Target="https://nvd.nist.gov/vuln-metrics/cvss/v3-calculator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ert.org/resilience/products-services/octave/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Software Development </a:t>
            </a:r>
            <a:r>
              <a:rPr lang="en-US" b="1" dirty="0" err="1"/>
              <a:t>LifeCycle</a:t>
            </a:r>
            <a:r>
              <a:rPr lang="en-US" b="1" dirty="0"/>
              <a:t> (SDLC)</a:t>
            </a:r>
          </a:p>
          <a:p>
            <a:r>
              <a:rPr lang="en-US" sz="2800" i="1" dirty="0"/>
              <a:t>STRIDE</a:t>
            </a:r>
          </a:p>
          <a:p>
            <a:r>
              <a:rPr lang="en-US" sz="2800" i="1" dirty="0"/>
              <a:t>Agile</a:t>
            </a:r>
          </a:p>
          <a:p>
            <a:r>
              <a:rPr lang="en-US" sz="2800" i="1" dirty="0"/>
              <a:t>DevOps</a:t>
            </a:r>
            <a:endParaRPr lang="en-US" i="1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Attacks have changed, prevention principles have not.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315552"/>
            <a:ext cx="745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hlinkClick r:id="rId2"/>
              </a:rPr>
              <a:t>http://www.cs.unh.edu/~it666/reading_list/Web/microsoft_devcon_fy05.pdf</a:t>
            </a:r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06" y="1071562"/>
            <a:ext cx="6991987" cy="52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8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Development  </a:t>
            </a:r>
            <a:r>
              <a:rPr lang="en-US" dirty="0">
                <a:solidFill>
                  <a:srgbClr val="FF0000"/>
                </a:solidFill>
              </a:rPr>
              <a:t>(Vague, Incomplete)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Prevent vulnerabilities</a:t>
            </a:r>
          </a:p>
          <a:p>
            <a:r>
              <a:rPr lang="en-US" dirty="0"/>
              <a:t>Ensure CIA </a:t>
            </a:r>
          </a:p>
          <a:p>
            <a:r>
              <a:rPr lang="en-US" dirty="0"/>
              <a:t>Implement auditing/monitoring </a:t>
            </a:r>
          </a:p>
          <a:p>
            <a:r>
              <a:rPr lang="en-US" dirty="0"/>
              <a:t>Provide multi-level security </a:t>
            </a:r>
          </a:p>
          <a:p>
            <a:r>
              <a:rPr lang="en-US" dirty="0"/>
              <a:t>Provide trustworthy authentication</a:t>
            </a:r>
          </a:p>
          <a:p>
            <a:r>
              <a:rPr lang="en-US" dirty="0"/>
              <a:t>Follow the principle of least privilege </a:t>
            </a:r>
          </a:p>
          <a:p>
            <a:r>
              <a:rPr lang="en-US" dirty="0"/>
              <a:t>Fail securely </a:t>
            </a:r>
          </a:p>
          <a:p>
            <a:r>
              <a:rPr lang="en-US" dirty="0"/>
              <a:t>Be reluctant to trust </a:t>
            </a:r>
          </a:p>
          <a:p>
            <a:r>
              <a:rPr lang="en-US" dirty="0"/>
              <a:t>Use Community resources</a:t>
            </a:r>
          </a:p>
        </p:txBody>
      </p:sp>
    </p:spTree>
    <p:extLst>
      <p:ext uri="{BB962C8B-B14F-4D97-AF65-F5344CB8AC3E}">
        <p14:creationId xmlns:p14="http://schemas.microsoft.com/office/powerpoint/2010/main" val="4829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2606676" y="1868488"/>
            <a:ext cx="3382963" cy="3160712"/>
            <a:chOff x="1082675" y="1868488"/>
            <a:chExt cx="3382963" cy="3160712"/>
          </a:xfrm>
        </p:grpSpPr>
        <p:cxnSp>
          <p:nvCxnSpPr>
            <p:cNvPr id="13362" name="Curved Connector 26"/>
            <p:cNvCxnSpPr>
              <a:cxnSpLocks noChangeShapeType="1"/>
              <a:stCxn id="13323" idx="2"/>
              <a:endCxn id="13324" idx="1"/>
            </p:cNvCxnSpPr>
            <p:nvPr/>
          </p:nvCxnSpPr>
          <p:spPr bwMode="auto">
            <a:xfrm rot="16200000" flipH="1">
              <a:off x="4129882" y="4693443"/>
              <a:ext cx="457200" cy="214313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63" name="Curved Connector 29"/>
            <p:cNvCxnSpPr>
              <a:cxnSpLocks noChangeShapeType="1"/>
              <a:stCxn id="13322" idx="2"/>
              <a:endCxn id="13323" idx="1"/>
            </p:cNvCxnSpPr>
            <p:nvPr/>
          </p:nvCxnSpPr>
          <p:spPr bwMode="auto">
            <a:xfrm rot="16200000" flipH="1">
              <a:off x="3307557" y="3947318"/>
              <a:ext cx="457200" cy="334963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64" name="Curved Connector 32"/>
            <p:cNvCxnSpPr>
              <a:cxnSpLocks noChangeShapeType="1"/>
              <a:stCxn id="13321" idx="2"/>
              <a:endCxn id="13322" idx="1"/>
            </p:cNvCxnSpPr>
            <p:nvPr/>
          </p:nvCxnSpPr>
          <p:spPr bwMode="auto">
            <a:xfrm rot="16200000" flipH="1">
              <a:off x="2484438" y="3322637"/>
              <a:ext cx="457200" cy="212725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65" name="Curved Connector 35"/>
            <p:cNvCxnSpPr>
              <a:cxnSpLocks noChangeShapeType="1"/>
              <a:stCxn id="13320" idx="2"/>
              <a:endCxn id="13321" idx="1"/>
            </p:cNvCxnSpPr>
            <p:nvPr/>
          </p:nvCxnSpPr>
          <p:spPr bwMode="auto">
            <a:xfrm rot="16200000" flipH="1">
              <a:off x="1722438" y="2636837"/>
              <a:ext cx="457200" cy="212725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66" name="Curved Connector 38"/>
            <p:cNvCxnSpPr>
              <a:cxnSpLocks noChangeShapeType="1"/>
              <a:stCxn id="13319" idx="2"/>
              <a:endCxn id="13320" idx="1"/>
            </p:cNvCxnSpPr>
            <p:nvPr/>
          </p:nvCxnSpPr>
          <p:spPr bwMode="auto">
            <a:xfrm rot="16200000" flipH="1">
              <a:off x="980282" y="1970881"/>
              <a:ext cx="417512" cy="212725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67" name="Curved Connector 56"/>
            <p:cNvCxnSpPr>
              <a:cxnSpLocks noChangeShapeType="1"/>
              <a:stCxn id="13322" idx="2"/>
              <a:endCxn id="13324" idx="1"/>
            </p:cNvCxnSpPr>
            <p:nvPr/>
          </p:nvCxnSpPr>
          <p:spPr bwMode="auto">
            <a:xfrm rot="16200000" flipH="1">
              <a:off x="3345657" y="3909218"/>
              <a:ext cx="1143000" cy="1096963"/>
            </a:xfrm>
            <a:prstGeom prst="curvedConnector2">
              <a:avLst/>
            </a:prstGeom>
            <a:noFill/>
            <a:ln w="25400" algn="ctr">
              <a:solidFill>
                <a:srgbClr val="FF0000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671763" y="4049715"/>
            <a:ext cx="2220912" cy="1434423"/>
            <a:chOff x="1071563" y="4050166"/>
            <a:chExt cx="2220912" cy="1433273"/>
          </a:xfrm>
        </p:grpSpPr>
        <p:sp>
          <p:nvSpPr>
            <p:cNvPr id="13360" name="TextBox 46"/>
            <p:cNvSpPr txBox="1">
              <a:spLocks noChangeArrowheads="1"/>
            </p:cNvSpPr>
            <p:nvPr/>
          </p:nvSpPr>
          <p:spPr bwMode="auto">
            <a:xfrm>
              <a:off x="1071563" y="4314825"/>
              <a:ext cx="2093843" cy="1168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Secure Coding</a:t>
              </a:r>
            </a:p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tries to prevent/avoid </a:t>
              </a:r>
            </a:p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Coding failures</a:t>
              </a:r>
            </a:p>
            <a:p>
              <a:pPr eaLnBrk="1" hangingPunct="1"/>
              <a:r>
                <a:rPr lang="en-US" i="1">
                  <a:solidFill>
                    <a:srgbClr val="FF0000"/>
                  </a:solidFill>
                </a:rPr>
                <a:t>Not Design , Integration</a:t>
              </a:r>
            </a:p>
            <a:p>
              <a:pPr eaLnBrk="1" hangingPunct="1"/>
              <a:r>
                <a:rPr lang="en-US" i="1">
                  <a:solidFill>
                    <a:srgbClr val="FF0000"/>
                  </a:solidFill>
                </a:rPr>
                <a:t>or Requirement  failures</a:t>
              </a:r>
            </a:p>
          </p:txBody>
        </p:sp>
        <p:cxnSp>
          <p:nvCxnSpPr>
            <p:cNvPr id="13361" name="Straight Arrow Connector 14350"/>
            <p:cNvCxnSpPr>
              <a:cxnSpLocks noChangeShapeType="1"/>
            </p:cNvCxnSpPr>
            <p:nvPr/>
          </p:nvCxnSpPr>
          <p:spPr bwMode="auto">
            <a:xfrm flipV="1">
              <a:off x="2392363" y="4050166"/>
              <a:ext cx="900112" cy="369434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357346" y="1590676"/>
            <a:ext cx="5572485" cy="2676525"/>
            <a:chOff x="2833002" y="1590675"/>
            <a:chExt cx="5573489" cy="2676525"/>
          </a:xfrm>
        </p:grpSpPr>
        <p:sp>
          <p:nvSpPr>
            <p:cNvPr id="13354" name="TextBox 46"/>
            <p:cNvSpPr txBox="1">
              <a:spLocks noChangeArrowheads="1"/>
            </p:cNvSpPr>
            <p:nvPr/>
          </p:nvSpPr>
          <p:spPr bwMode="auto">
            <a:xfrm>
              <a:off x="6113463" y="1590675"/>
              <a:ext cx="2293028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1400">
                  <a:solidFill>
                    <a:schemeClr val="bg2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Need better artifacts from</a:t>
              </a:r>
            </a:p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each stage to reduce audit</a:t>
              </a:r>
            </a:p>
            <a:p>
              <a:pPr eaLnBrk="1" hangingPunct="1"/>
              <a:r>
                <a:rPr lang="en-US">
                  <a:solidFill>
                    <a:schemeClr val="tx1"/>
                  </a:solidFill>
                </a:rPr>
                <a:t>expense enterprise wide</a:t>
              </a:r>
            </a:p>
          </p:txBody>
        </p:sp>
        <p:cxnSp>
          <p:nvCxnSpPr>
            <p:cNvPr id="5" name="Straight Arrow Connector 14350"/>
            <p:cNvCxnSpPr>
              <a:cxnSpLocks noChangeShapeType="1"/>
              <a:stCxn id="13354" idx="1"/>
              <a:endCxn id="13337" idx="3"/>
            </p:cNvCxnSpPr>
            <p:nvPr/>
          </p:nvCxnSpPr>
          <p:spPr bwMode="auto">
            <a:xfrm flipH="1" flipV="1">
              <a:off x="2833002" y="1830289"/>
              <a:ext cx="3280461" cy="12971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56" name="Straight Arrow Connector 14350"/>
            <p:cNvCxnSpPr>
              <a:cxnSpLocks noChangeShapeType="1"/>
              <a:stCxn id="13354" idx="1"/>
              <a:endCxn id="13332" idx="3"/>
            </p:cNvCxnSpPr>
            <p:nvPr/>
          </p:nvCxnSpPr>
          <p:spPr bwMode="auto">
            <a:xfrm flipH="1">
              <a:off x="3713783" y="1960007"/>
              <a:ext cx="2399680" cy="47988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57" name="Straight Arrow Connector 14350"/>
            <p:cNvCxnSpPr>
              <a:cxnSpLocks noChangeShapeType="1"/>
              <a:stCxn id="13354" idx="1"/>
              <a:endCxn id="13338" idx="3"/>
            </p:cNvCxnSpPr>
            <p:nvPr/>
          </p:nvCxnSpPr>
          <p:spPr bwMode="auto">
            <a:xfrm flipH="1">
              <a:off x="4239191" y="1960007"/>
              <a:ext cx="1874272" cy="112917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58" name="Straight Arrow Connector 14350"/>
            <p:cNvCxnSpPr>
              <a:cxnSpLocks noChangeShapeType="1"/>
              <a:stCxn id="13354" idx="1"/>
              <a:endCxn id="13339" idx="0"/>
            </p:cNvCxnSpPr>
            <p:nvPr/>
          </p:nvCxnSpPr>
          <p:spPr bwMode="auto">
            <a:xfrm flipH="1">
              <a:off x="4392497" y="1960007"/>
              <a:ext cx="1720966" cy="1661081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3359" name="Straight Arrow Connector 14350"/>
            <p:cNvCxnSpPr>
              <a:cxnSpLocks noChangeShapeType="1"/>
              <a:stCxn id="13354" idx="1"/>
              <a:endCxn id="13340" idx="0"/>
            </p:cNvCxnSpPr>
            <p:nvPr/>
          </p:nvCxnSpPr>
          <p:spPr bwMode="auto">
            <a:xfrm flipH="1">
              <a:off x="5283699" y="1960007"/>
              <a:ext cx="829763" cy="230719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Coding is just one phase in the process</a:t>
            </a:r>
            <a:endParaRPr lang="en-US" dirty="0"/>
          </a:p>
        </p:txBody>
      </p:sp>
      <p:sp>
        <p:nvSpPr>
          <p:cNvPr id="13319" name="TextBox 4"/>
          <p:cNvSpPr txBox="1">
            <a:spLocks noChangeArrowheads="1"/>
          </p:cNvSpPr>
          <p:nvPr/>
        </p:nvSpPr>
        <p:spPr bwMode="auto">
          <a:xfrm>
            <a:off x="2057401" y="1411288"/>
            <a:ext cx="1096963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Feasibility</a:t>
            </a:r>
          </a:p>
        </p:txBody>
      </p:sp>
      <p:sp>
        <p:nvSpPr>
          <p:cNvPr id="13320" name="TextBox 7"/>
          <p:cNvSpPr txBox="1">
            <a:spLocks noChangeArrowheads="1"/>
          </p:cNvSpPr>
          <p:nvPr/>
        </p:nvSpPr>
        <p:spPr bwMode="auto">
          <a:xfrm>
            <a:off x="2819401" y="2057400"/>
            <a:ext cx="1096963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Requirements</a:t>
            </a:r>
          </a:p>
        </p:txBody>
      </p:sp>
      <p:sp>
        <p:nvSpPr>
          <p:cNvPr id="13321" name="TextBox 8"/>
          <p:cNvSpPr txBox="1">
            <a:spLocks noChangeArrowheads="1"/>
          </p:cNvSpPr>
          <p:nvPr/>
        </p:nvSpPr>
        <p:spPr bwMode="auto">
          <a:xfrm>
            <a:off x="3581401" y="2743200"/>
            <a:ext cx="1096963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3322" name="TextBox 9"/>
          <p:cNvSpPr txBox="1">
            <a:spLocks noChangeArrowheads="1"/>
          </p:cNvSpPr>
          <p:nvPr/>
        </p:nvSpPr>
        <p:spPr bwMode="auto">
          <a:xfrm>
            <a:off x="4343401" y="3429000"/>
            <a:ext cx="1096963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Coding</a:t>
            </a:r>
          </a:p>
        </p:txBody>
      </p:sp>
      <p:sp>
        <p:nvSpPr>
          <p:cNvPr id="13323" name="TextBox 10"/>
          <p:cNvSpPr txBox="1">
            <a:spLocks noChangeArrowheads="1"/>
          </p:cNvSpPr>
          <p:nvPr/>
        </p:nvSpPr>
        <p:spPr bwMode="auto">
          <a:xfrm>
            <a:off x="5227638" y="4114800"/>
            <a:ext cx="1096962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Testing &amp;</a:t>
            </a:r>
          </a:p>
          <a:p>
            <a:pPr algn="ctr" eaLnBrk="1" hangingPunct="1"/>
            <a:r>
              <a:rPr lang="en-US" sz="1200">
                <a:solidFill>
                  <a:schemeClr val="tx1"/>
                </a:solidFill>
              </a:rPr>
              <a:t>Integration</a:t>
            </a:r>
          </a:p>
        </p:txBody>
      </p:sp>
      <p:sp>
        <p:nvSpPr>
          <p:cNvPr id="13324" name="TextBox 11"/>
          <p:cNvSpPr txBox="1">
            <a:spLocks noChangeArrowheads="1"/>
          </p:cNvSpPr>
          <p:nvPr/>
        </p:nvSpPr>
        <p:spPr bwMode="auto">
          <a:xfrm>
            <a:off x="5989638" y="4800600"/>
            <a:ext cx="1096962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sz="1200" dirty="0">
                <a:solidFill>
                  <a:schemeClr val="tx1"/>
                </a:solidFill>
              </a:rPr>
              <a:t>Delivery &amp;</a:t>
            </a:r>
          </a:p>
          <a:p>
            <a:pPr algn="ctr" eaLnBrk="1" hangingPunct="1"/>
            <a:r>
              <a:rPr lang="en-US" sz="1200" dirty="0">
                <a:solidFill>
                  <a:schemeClr val="tx1"/>
                </a:solidFill>
              </a:rPr>
              <a:t>Maintenance</a:t>
            </a:r>
          </a:p>
        </p:txBody>
      </p:sp>
      <p:cxnSp>
        <p:nvCxnSpPr>
          <p:cNvPr id="6" name="Curved Connector 6"/>
          <p:cNvCxnSpPr>
            <a:cxnSpLocks noChangeShapeType="1"/>
            <a:stCxn id="13354" idx="1"/>
            <a:endCxn id="13337" idx="3"/>
          </p:cNvCxnSpPr>
          <p:nvPr/>
        </p:nvCxnSpPr>
        <p:spPr bwMode="auto">
          <a:xfrm rot="10800000">
            <a:off x="4357345" y="1830289"/>
            <a:ext cx="3279870" cy="12971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  <p:cxnSp>
        <p:nvCxnSpPr>
          <p:cNvPr id="8" name="Curved Connector 14"/>
          <p:cNvCxnSpPr>
            <a:cxnSpLocks noChangeShapeType="1"/>
            <a:stCxn id="13354" idx="1"/>
            <a:endCxn id="13337" idx="3"/>
          </p:cNvCxnSpPr>
          <p:nvPr/>
        </p:nvCxnSpPr>
        <p:spPr bwMode="auto">
          <a:xfrm rot="10800000">
            <a:off x="4357345" y="1830289"/>
            <a:ext cx="3279870" cy="12971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  <p:cxnSp>
        <p:nvCxnSpPr>
          <p:cNvPr id="9" name="Curved Connector 15"/>
          <p:cNvCxnSpPr>
            <a:cxnSpLocks noChangeShapeType="1"/>
            <a:stCxn id="13354" idx="1"/>
            <a:endCxn id="13337" idx="3"/>
          </p:cNvCxnSpPr>
          <p:nvPr/>
        </p:nvCxnSpPr>
        <p:spPr bwMode="auto">
          <a:xfrm rot="10800000">
            <a:off x="4357345" y="1830289"/>
            <a:ext cx="3279870" cy="12971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B05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  <p:cxnSp>
        <p:nvCxnSpPr>
          <p:cNvPr id="13325" name="Curved Connector 16"/>
          <p:cNvCxnSpPr>
            <a:cxnSpLocks noChangeShapeType="1"/>
            <a:stCxn id="13322" idx="3"/>
            <a:endCxn id="13323" idx="0"/>
          </p:cNvCxnSpPr>
          <p:nvPr/>
        </p:nvCxnSpPr>
        <p:spPr bwMode="auto">
          <a:xfrm>
            <a:off x="5440363" y="3657600"/>
            <a:ext cx="334962" cy="457200"/>
          </a:xfrm>
          <a:prstGeom prst="curvedConnector2">
            <a:avLst/>
          </a:prstGeom>
          <a:noFill/>
          <a:ln w="25400" algn="ctr">
            <a:solidFill>
              <a:srgbClr val="00B05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  <p:cxnSp>
        <p:nvCxnSpPr>
          <p:cNvPr id="13326" name="Curved Connector 17"/>
          <p:cNvCxnSpPr>
            <a:cxnSpLocks noChangeShapeType="1"/>
            <a:stCxn id="13323" idx="3"/>
            <a:endCxn id="13324" idx="0"/>
          </p:cNvCxnSpPr>
          <p:nvPr/>
        </p:nvCxnSpPr>
        <p:spPr bwMode="auto">
          <a:xfrm>
            <a:off x="6324601" y="4343400"/>
            <a:ext cx="212725" cy="457200"/>
          </a:xfrm>
          <a:prstGeom prst="curvedConnector2">
            <a:avLst/>
          </a:prstGeom>
          <a:noFill/>
          <a:ln w="25400" algn="ctr">
            <a:solidFill>
              <a:srgbClr val="00B05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  <p:sp>
        <p:nvSpPr>
          <p:cNvPr id="13332" name="TextBox 14346"/>
          <p:cNvSpPr txBox="1">
            <a:spLocks noChangeArrowheads="1"/>
          </p:cNvSpPr>
          <p:nvPr/>
        </p:nvSpPr>
        <p:spPr bwMode="auto">
          <a:xfrm>
            <a:off x="4038601" y="2286001"/>
            <a:ext cx="1199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00B050"/>
                </a:solidFill>
              </a:rPr>
              <a:t>Spreadsheet</a:t>
            </a:r>
          </a:p>
        </p:txBody>
      </p:sp>
      <p:sp>
        <p:nvSpPr>
          <p:cNvPr id="13337" name="TextBox 60"/>
          <p:cNvSpPr txBox="1">
            <a:spLocks noChangeArrowheads="1"/>
          </p:cNvSpPr>
          <p:nvPr/>
        </p:nvSpPr>
        <p:spPr bwMode="auto">
          <a:xfrm>
            <a:off x="3276601" y="1676401"/>
            <a:ext cx="10807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00B050"/>
                </a:solidFill>
              </a:rPr>
              <a:t>Powerpoint</a:t>
            </a:r>
          </a:p>
        </p:txBody>
      </p:sp>
      <p:sp>
        <p:nvSpPr>
          <p:cNvPr id="13338" name="TextBox 61"/>
          <p:cNvSpPr txBox="1">
            <a:spLocks noChangeArrowheads="1"/>
          </p:cNvSpPr>
          <p:nvPr/>
        </p:nvSpPr>
        <p:spPr bwMode="auto">
          <a:xfrm>
            <a:off x="4743451" y="2935289"/>
            <a:ext cx="101983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00B050"/>
                </a:solidFill>
              </a:rPr>
              <a:t>More docs</a:t>
            </a:r>
          </a:p>
        </p:txBody>
      </p:sp>
      <p:sp>
        <p:nvSpPr>
          <p:cNvPr id="13339" name="TextBox 62"/>
          <p:cNvSpPr txBox="1">
            <a:spLocks noChangeArrowheads="1"/>
          </p:cNvSpPr>
          <p:nvPr/>
        </p:nvSpPr>
        <p:spPr bwMode="auto">
          <a:xfrm>
            <a:off x="5610225" y="3621089"/>
            <a:ext cx="6126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00B050"/>
                </a:solidFill>
              </a:rPr>
              <a:t>Code</a:t>
            </a:r>
          </a:p>
        </p:txBody>
      </p:sp>
      <p:sp>
        <p:nvSpPr>
          <p:cNvPr id="13340" name="TextBox 63"/>
          <p:cNvSpPr txBox="1">
            <a:spLocks noChangeArrowheads="1"/>
          </p:cNvSpPr>
          <p:nvPr/>
        </p:nvSpPr>
        <p:spPr bwMode="auto">
          <a:xfrm>
            <a:off x="6372226" y="4267201"/>
            <a:ext cx="87075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bg2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>
                <a:solidFill>
                  <a:srgbClr val="00B050"/>
                </a:solidFill>
              </a:rPr>
              <a:t>Program</a:t>
            </a:r>
          </a:p>
        </p:txBody>
      </p: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4357346" y="1830289"/>
            <a:ext cx="5339105" cy="3985856"/>
            <a:chOff x="2833345" y="1830289"/>
            <a:chExt cx="5339105" cy="3985856"/>
          </a:xfrm>
        </p:grpSpPr>
        <p:cxnSp>
          <p:nvCxnSpPr>
            <p:cNvPr id="10" name="Straight Arrow Connector 14350"/>
            <p:cNvCxnSpPr>
              <a:cxnSpLocks noChangeShapeType="1"/>
              <a:stCxn id="13354" idx="1"/>
              <a:endCxn id="13337" idx="3"/>
            </p:cNvCxnSpPr>
            <p:nvPr/>
          </p:nvCxnSpPr>
          <p:spPr bwMode="auto">
            <a:xfrm flipH="1" flipV="1">
              <a:off x="2833345" y="1830289"/>
              <a:ext cx="3279870" cy="129718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</p:cxnSp>
        <p:grpSp>
          <p:nvGrpSpPr>
            <p:cNvPr id="11" name="Group 5"/>
            <p:cNvGrpSpPr>
              <a:grpSpLocks/>
            </p:cNvGrpSpPr>
            <p:nvPr/>
          </p:nvGrpSpPr>
          <p:grpSpPr bwMode="auto">
            <a:xfrm>
              <a:off x="5718976" y="2895600"/>
              <a:ext cx="2453474" cy="2920545"/>
              <a:chOff x="5718976" y="2895600"/>
              <a:chExt cx="2453474" cy="2920545"/>
            </a:xfrm>
          </p:grpSpPr>
          <p:grpSp>
            <p:nvGrpSpPr>
              <p:cNvPr id="12" name="Group 6"/>
              <p:cNvGrpSpPr>
                <a:grpSpLocks/>
              </p:cNvGrpSpPr>
              <p:nvPr/>
            </p:nvGrpSpPr>
            <p:grpSpPr bwMode="auto">
              <a:xfrm>
                <a:off x="6324600" y="2895600"/>
                <a:ext cx="914400" cy="826633"/>
                <a:chOff x="6553200" y="3351211"/>
                <a:chExt cx="914400" cy="826633"/>
              </a:xfrm>
            </p:grpSpPr>
            <p:graphicFrame>
              <p:nvGraphicFramePr>
                <p:cNvPr id="13352" name="Object 103"/>
                <p:cNvGraphicFramePr>
                  <a:graphicFrameLocks noChangeAspect="1"/>
                </p:cNvGraphicFramePr>
                <p:nvPr/>
              </p:nvGraphicFramePr>
              <p:xfrm>
                <a:off x="6781800" y="3351211"/>
                <a:ext cx="417512" cy="8016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" name="Visio" r:id="rId4" imgW="719146" imgH="1252859" progId="Visio.Drawing.11">
                        <p:embed/>
                      </p:oleObj>
                    </mc:Choice>
                    <mc:Fallback>
                      <p:oleObj name="Visio" r:id="rId4" imgW="719146" imgH="1252859" progId="Visio.Drawing.11">
                        <p:embed/>
                        <p:pic>
                          <p:nvPicPr>
                            <p:cNvPr id="13352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00" y="3351211"/>
                              <a:ext cx="417512" cy="8016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53" name="TextBox 5"/>
                <p:cNvSpPr txBox="1">
                  <a:spLocks noChangeArrowheads="1"/>
                </p:cNvSpPr>
                <p:nvPr/>
              </p:nvSpPr>
              <p:spPr bwMode="auto">
                <a:xfrm>
                  <a:off x="6553200" y="3962400"/>
                  <a:ext cx="914400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 algn="ctr" eaLnBrk="1" hangingPunct="1"/>
                  <a:r>
                    <a:rPr lang="en-US" dirty="0">
                      <a:solidFill>
                        <a:schemeClr val="tx1"/>
                      </a:solidFill>
                    </a:rPr>
                    <a:t>Audit</a:t>
                  </a:r>
                </a:p>
              </p:txBody>
            </p:sp>
          </p:grpSp>
          <p:grpSp>
            <p:nvGrpSpPr>
              <p:cNvPr id="14" name="Group 34"/>
              <p:cNvGrpSpPr>
                <a:grpSpLocks/>
              </p:cNvGrpSpPr>
              <p:nvPr/>
            </p:nvGrpSpPr>
            <p:grpSpPr bwMode="auto">
              <a:xfrm>
                <a:off x="6934200" y="3352800"/>
                <a:ext cx="914400" cy="826633"/>
                <a:chOff x="6553200" y="3351211"/>
                <a:chExt cx="914400" cy="826633"/>
              </a:xfrm>
            </p:grpSpPr>
            <p:graphicFrame>
              <p:nvGraphicFramePr>
                <p:cNvPr id="13350" name="Object 103"/>
                <p:cNvGraphicFramePr>
                  <a:graphicFrameLocks noChangeAspect="1"/>
                </p:cNvGraphicFramePr>
                <p:nvPr/>
              </p:nvGraphicFramePr>
              <p:xfrm>
                <a:off x="6781800" y="3351211"/>
                <a:ext cx="417512" cy="8016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7" name="Visio" r:id="rId6" imgW="719146" imgH="1252859" progId="Visio.Drawing.11">
                        <p:embed/>
                      </p:oleObj>
                    </mc:Choice>
                    <mc:Fallback>
                      <p:oleObj name="Visio" r:id="rId6" imgW="719146" imgH="1252859" progId="Visio.Drawing.11">
                        <p:embed/>
                        <p:pic>
                          <p:nvPicPr>
                            <p:cNvPr id="13350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00" y="3351211"/>
                              <a:ext cx="417512" cy="8016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51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53200" y="3962400"/>
                  <a:ext cx="914400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 algn="ctr" eaLnBrk="1" hangingPunct="1"/>
                  <a:r>
                    <a:rPr lang="en-US" dirty="0">
                      <a:solidFill>
                        <a:schemeClr val="tx1"/>
                      </a:solidFill>
                    </a:rPr>
                    <a:t>Customers</a:t>
                  </a:r>
                </a:p>
              </p:txBody>
            </p:sp>
          </p:grpSp>
          <p:grpSp>
            <p:nvGrpSpPr>
              <p:cNvPr id="13341" name="Group 37"/>
              <p:cNvGrpSpPr>
                <a:grpSpLocks/>
              </p:cNvGrpSpPr>
              <p:nvPr/>
            </p:nvGrpSpPr>
            <p:grpSpPr bwMode="auto">
              <a:xfrm>
                <a:off x="7258050" y="4227513"/>
                <a:ext cx="914400" cy="826632"/>
                <a:chOff x="6553200" y="3351211"/>
                <a:chExt cx="914400" cy="826633"/>
              </a:xfrm>
            </p:grpSpPr>
            <p:graphicFrame>
              <p:nvGraphicFramePr>
                <p:cNvPr id="13348" name="Object 103"/>
                <p:cNvGraphicFramePr>
                  <a:graphicFrameLocks noChangeAspect="1"/>
                </p:cNvGraphicFramePr>
                <p:nvPr/>
              </p:nvGraphicFramePr>
              <p:xfrm>
                <a:off x="6781800" y="3351211"/>
                <a:ext cx="417512" cy="8016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8" name="Visio" r:id="rId7" imgW="719146" imgH="1252859" progId="Visio.Drawing.11">
                        <p:embed/>
                      </p:oleObj>
                    </mc:Choice>
                    <mc:Fallback>
                      <p:oleObj name="Visio" r:id="rId7" imgW="719146" imgH="1252859" progId="Visio.Drawing.11">
                        <p:embed/>
                        <p:pic>
                          <p:nvPicPr>
                            <p:cNvPr id="13348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00" y="3351211"/>
                              <a:ext cx="417512" cy="8016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49" name="TextBox 39"/>
                <p:cNvSpPr txBox="1">
                  <a:spLocks noChangeArrowheads="1"/>
                </p:cNvSpPr>
                <p:nvPr/>
              </p:nvSpPr>
              <p:spPr bwMode="auto">
                <a:xfrm>
                  <a:off x="6553200" y="3962400"/>
                  <a:ext cx="914400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 algn="ctr" eaLnBrk="1" hangingPunct="1"/>
                  <a:r>
                    <a:rPr lang="en-US" dirty="0">
                      <a:solidFill>
                        <a:schemeClr val="tx1"/>
                      </a:solidFill>
                    </a:rPr>
                    <a:t>App Owner</a:t>
                  </a:r>
                </a:p>
              </p:txBody>
            </p:sp>
          </p:grpSp>
          <p:grpSp>
            <p:nvGrpSpPr>
              <p:cNvPr id="13342" name="Group 40"/>
              <p:cNvGrpSpPr>
                <a:grpSpLocks/>
              </p:cNvGrpSpPr>
              <p:nvPr/>
            </p:nvGrpSpPr>
            <p:grpSpPr bwMode="auto">
              <a:xfrm>
                <a:off x="6858000" y="4989513"/>
                <a:ext cx="914400" cy="826632"/>
                <a:chOff x="6553200" y="3351211"/>
                <a:chExt cx="914400" cy="826633"/>
              </a:xfrm>
            </p:grpSpPr>
            <p:graphicFrame>
              <p:nvGraphicFramePr>
                <p:cNvPr id="13346" name="Object 103"/>
                <p:cNvGraphicFramePr>
                  <a:graphicFrameLocks noChangeAspect="1"/>
                </p:cNvGraphicFramePr>
                <p:nvPr/>
              </p:nvGraphicFramePr>
              <p:xfrm>
                <a:off x="6781800" y="3351211"/>
                <a:ext cx="417512" cy="8016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9" name="Visio" r:id="rId8" imgW="719146" imgH="1252859" progId="Visio.Drawing.11">
                        <p:embed/>
                      </p:oleObj>
                    </mc:Choice>
                    <mc:Fallback>
                      <p:oleObj name="Visio" r:id="rId8" imgW="719146" imgH="1252859" progId="Visio.Drawing.11">
                        <p:embed/>
                        <p:pic>
                          <p:nvPicPr>
                            <p:cNvPr id="13346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781800" y="3351211"/>
                              <a:ext cx="417512" cy="8016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47" name="TextBox 42"/>
                <p:cNvSpPr txBox="1">
                  <a:spLocks noChangeArrowheads="1"/>
                </p:cNvSpPr>
                <p:nvPr/>
              </p:nvSpPr>
              <p:spPr bwMode="auto">
                <a:xfrm>
                  <a:off x="6553200" y="3962400"/>
                  <a:ext cx="914400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1400">
                      <a:solidFill>
                        <a:schemeClr val="bg2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 algn="ctr" eaLnBrk="1" hangingPunct="1"/>
                  <a:r>
                    <a:rPr lang="en-US" dirty="0">
                      <a:solidFill>
                        <a:schemeClr val="tx1"/>
                      </a:solidFill>
                    </a:rPr>
                    <a:t>Hosting</a:t>
                  </a:r>
                </a:p>
              </p:txBody>
            </p:sp>
          </p:grpSp>
          <p:cxnSp>
            <p:nvCxnSpPr>
              <p:cNvPr id="13343" name="Straight Arrow Connector 14350"/>
              <p:cNvCxnSpPr>
                <a:cxnSpLocks noChangeShapeType="1"/>
                <a:endCxn id="13340" idx="3"/>
              </p:cNvCxnSpPr>
              <p:nvPr/>
            </p:nvCxnSpPr>
            <p:spPr bwMode="auto">
              <a:xfrm flipH="1">
                <a:off x="5718976" y="3297238"/>
                <a:ext cx="834225" cy="1123851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344" name="Straight Arrow Connector 14350"/>
              <p:cNvCxnSpPr>
                <a:cxnSpLocks noChangeShapeType="1"/>
                <a:endCxn id="13340" idx="3"/>
              </p:cNvCxnSpPr>
              <p:nvPr/>
            </p:nvCxnSpPr>
            <p:spPr bwMode="auto">
              <a:xfrm flipH="1" flipV="1">
                <a:off x="5718976" y="4421089"/>
                <a:ext cx="1767675" cy="206475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345" name="Straight Arrow Connector 14350"/>
              <p:cNvCxnSpPr>
                <a:cxnSpLocks noChangeShapeType="1"/>
                <a:endCxn id="13340" idx="3"/>
              </p:cNvCxnSpPr>
              <p:nvPr/>
            </p:nvCxnSpPr>
            <p:spPr bwMode="auto">
              <a:xfrm flipH="1" flipV="1">
                <a:off x="5718976" y="4421089"/>
                <a:ext cx="1367625" cy="968475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13355" name="Curved Connector 32"/>
          <p:cNvCxnSpPr>
            <a:cxnSpLocks noChangeShapeType="1"/>
            <a:stCxn id="13319" idx="2"/>
            <a:endCxn id="13322" idx="1"/>
          </p:cNvCxnSpPr>
          <p:nvPr/>
        </p:nvCxnSpPr>
        <p:spPr bwMode="auto">
          <a:xfrm rot="16200000" flipH="1">
            <a:off x="2580482" y="1894682"/>
            <a:ext cx="1789112" cy="1736725"/>
          </a:xfrm>
          <a:prstGeom prst="curvedConnector2">
            <a:avLst/>
          </a:prstGeom>
          <a:noFill/>
          <a:ln w="25400" algn="ctr">
            <a:solidFill>
              <a:srgbClr val="FF0000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281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" grpId="0"/>
      <p:bldP spid="13337" grpId="0"/>
      <p:bldP spid="13338" grpId="0"/>
      <p:bldP spid="13339" grpId="0"/>
      <p:bldP spid="133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MICROSOFT - Security Development Lifecycle Process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7" y="1447800"/>
            <a:ext cx="1171077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CFEAB-63AA-4343-8F31-59334187EAE2}"/>
              </a:ext>
            </a:extLst>
          </p:cNvPr>
          <p:cNvSpPr txBox="1"/>
          <p:nvPr/>
        </p:nvSpPr>
        <p:spPr>
          <a:xfrm>
            <a:off x="1981200" y="54864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2400" dirty="0">
                <a:hlinkClick r:id="rId4"/>
              </a:rPr>
              <a:t>https://www.microsoft.com/en-us/securityengineering/sdl/practices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040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93556D-6178-4839-80DE-9A52905D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sprint completes a subset of the task/requirements backlog</a:t>
            </a:r>
          </a:p>
          <a:p>
            <a:r>
              <a:rPr lang="en-US" dirty="0"/>
              <a:t>Team focused: Everyone builds and tests</a:t>
            </a:r>
          </a:p>
        </p:txBody>
      </p:sp>
      <p:pic>
        <p:nvPicPr>
          <p:cNvPr id="9218" name="Picture 2" descr="https://cdn-images-1.medium.com/max/1600/1*6ExaS0RT-9JOUyadF47eqQ.jpeg">
            <a:extLst>
              <a:ext uri="{FF2B5EF4-FFF2-40B4-BE49-F238E27FC236}">
                <a16:creationId xmlns:a16="http://schemas.microsoft.com/office/drawing/2014/main" id="{7B2726D1-0171-47A7-AB53-388AAC6B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231" y="3642250"/>
            <a:ext cx="8595947" cy="321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16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Scrum</a:t>
            </a:r>
          </a:p>
          <a:p>
            <a:r>
              <a:rPr lang="en-US" dirty="0"/>
              <a:t>Extreme Programming (XP)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http://en.wikipedia.org/wiki/Extreme_programming</a:t>
            </a:r>
          </a:p>
          <a:p>
            <a:r>
              <a:rPr lang="en-US" dirty="0"/>
              <a:t>Rational Unified Process (RUP)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http://en.wikipedia.org/wiki/Rational_Unified_Process</a:t>
            </a:r>
          </a:p>
          <a:p>
            <a:r>
              <a:rPr lang="en-US" dirty="0"/>
              <a:t>Crystal Clear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http://en.wikipedia.org/wiki/Crystal_Clear_(software_development)</a:t>
            </a:r>
          </a:p>
          <a:p>
            <a:r>
              <a:rPr lang="en-US" dirty="0"/>
              <a:t>Dynamic Systems Development Method (DSDM)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http://en.wikipedia.org/wiki/Dynamic_systems_development_method</a:t>
            </a:r>
          </a:p>
          <a:p>
            <a:r>
              <a:rPr lang="en-US" dirty="0"/>
              <a:t>Feature-Driven Development (FDD)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http://en.wikipedia.org/wiki/Feature-driven_development</a:t>
            </a:r>
          </a:p>
          <a:p>
            <a:r>
              <a:rPr lang="en-US" dirty="0"/>
              <a:t>Test-Driven Development (TDD)</a:t>
            </a:r>
          </a:p>
          <a:p>
            <a:pPr lvl="1"/>
            <a:r>
              <a:rPr lang="en-US" sz="1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http://en.wikipedia.org/wiki/Test-driven_development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90297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Scrum-specific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Daily Scrum or Daily Stand-up </a:t>
            </a:r>
            <a:r>
              <a:rPr lang="en-US" sz="2000" dirty="0"/>
              <a:t>– The once a day meeting for the team</a:t>
            </a:r>
          </a:p>
          <a:p>
            <a:r>
              <a:rPr lang="en-US" sz="2000" b="1" dirty="0"/>
              <a:t>Backlog</a:t>
            </a:r>
            <a:r>
              <a:rPr lang="en-US" sz="2000" dirty="0"/>
              <a:t> – The prioritized “pile” of feature requests for the team to work on</a:t>
            </a:r>
          </a:p>
          <a:p>
            <a:pPr lvl="1"/>
            <a:r>
              <a:rPr lang="en-US" sz="2000" b="1" dirty="0"/>
              <a:t>Product Backlog </a:t>
            </a:r>
            <a:r>
              <a:rPr lang="en-US" sz="2000" dirty="0"/>
              <a:t>– The entire set of features desired for a specific app or product</a:t>
            </a:r>
          </a:p>
          <a:p>
            <a:pPr lvl="1"/>
            <a:r>
              <a:rPr lang="en-US" sz="2000" b="1" dirty="0"/>
              <a:t>Sprint Backlog </a:t>
            </a:r>
            <a:r>
              <a:rPr lang="en-US" sz="2000" dirty="0"/>
              <a:t>– The set of features committed to being delivered in the current sprint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b="1" dirty="0"/>
              <a:t>Sprint</a:t>
            </a:r>
            <a:r>
              <a:rPr lang="en-US" sz="2000" dirty="0"/>
              <a:t> – A one to four week iteration to deliver a set of features to the product owner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b="1" dirty="0"/>
              <a:t>Burndown</a:t>
            </a:r>
            <a:r>
              <a:rPr lang="en-US" sz="2000" dirty="0"/>
              <a:t> – Visual representation of whether the team is ahead-, on-, or behind schedule per the velocity.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b="1" dirty="0"/>
              <a:t>Epic </a:t>
            </a:r>
            <a:r>
              <a:rPr lang="en-US" sz="2000" dirty="0"/>
              <a:t>– A very large user story that is eventually broken down into smaller stories.</a:t>
            </a:r>
          </a:p>
          <a:p>
            <a:r>
              <a:rPr lang="en-US" sz="2000" b="1" dirty="0"/>
              <a:t>Story</a:t>
            </a:r>
            <a:r>
              <a:rPr lang="en-US" sz="2000" dirty="0"/>
              <a:t> - A requirement, feature and/or unit of business value that can be estimated and tested.</a:t>
            </a:r>
          </a:p>
          <a:p>
            <a:r>
              <a:rPr lang="en-US" sz="2000" b="1" dirty="0"/>
              <a:t>Use Case </a:t>
            </a:r>
            <a:r>
              <a:rPr lang="en-US" sz="2000" dirty="0"/>
              <a:t>– a description or diagram of a set of interactions between a system and one or more actors (where ‘actor’ can be people, or other systems)</a:t>
            </a:r>
          </a:p>
          <a:p>
            <a:r>
              <a:rPr lang="en-US" sz="2000" b="1" dirty="0"/>
              <a:t>Velocity</a:t>
            </a:r>
            <a:r>
              <a:rPr lang="en-US" sz="2000" dirty="0"/>
              <a:t> – Average amount of story points or hours a team can successfully complete in a sprint.</a:t>
            </a:r>
          </a:p>
          <a:p>
            <a:r>
              <a:rPr lang="en-US" sz="2000" b="1" dirty="0"/>
              <a:t>Capacity</a:t>
            </a:r>
            <a:r>
              <a:rPr lang="en-US" sz="2000" dirty="0"/>
              <a:t> – Time (in hours) a resource can actually spend on the project during a sprint.</a:t>
            </a:r>
          </a:p>
        </p:txBody>
      </p:sp>
    </p:spTree>
    <p:extLst>
      <p:ext uri="{BB962C8B-B14F-4D97-AF65-F5344CB8AC3E}">
        <p14:creationId xmlns:p14="http://schemas.microsoft.com/office/powerpoint/2010/main" val="398408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Product Owner </a:t>
            </a:r>
            <a:r>
              <a:rPr lang="en-US" sz="2800" dirty="0">
                <a:solidFill>
                  <a:srgbClr val="00B050"/>
                </a:solidFill>
              </a:rPr>
              <a:t>(PO)</a:t>
            </a:r>
          </a:p>
          <a:p>
            <a:pPr lvl="1"/>
            <a:r>
              <a:rPr lang="en-US" sz="2400" dirty="0"/>
              <a:t>Represents the customer &amp; should be closest to the user</a:t>
            </a:r>
          </a:p>
          <a:p>
            <a:pPr lvl="1"/>
            <a:r>
              <a:rPr lang="en-US" sz="2400" dirty="0"/>
              <a:t>Balances all priorities of a project &amp; sequences work for the team continually</a:t>
            </a:r>
          </a:p>
          <a:p>
            <a:r>
              <a:rPr lang="en-US" sz="2800" dirty="0"/>
              <a:t>Scrum Master </a:t>
            </a:r>
            <a:r>
              <a:rPr lang="en-US" sz="2800" dirty="0">
                <a:solidFill>
                  <a:srgbClr val="FF0000"/>
                </a:solidFill>
              </a:rPr>
              <a:t>(SM)</a:t>
            </a:r>
          </a:p>
          <a:p>
            <a:pPr lvl="1"/>
            <a:r>
              <a:rPr lang="en-US" sz="2400" dirty="0"/>
              <a:t>Servant-leader for the team; focuses on making the team more productive (enforces Agile rituals)</a:t>
            </a:r>
          </a:p>
          <a:p>
            <a:pPr lvl="1"/>
            <a:r>
              <a:rPr lang="en-US" sz="2400" dirty="0"/>
              <a:t>Removes blockers for the team</a:t>
            </a:r>
          </a:p>
          <a:p>
            <a:r>
              <a:rPr lang="en-US" sz="2800" dirty="0"/>
              <a:t>Team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(Team)</a:t>
            </a:r>
          </a:p>
          <a:p>
            <a:pPr lvl="1"/>
            <a:r>
              <a:rPr lang="en-US" sz="2400" dirty="0"/>
              <a:t>Mix of roles (developer, DBA, QA, Release manager, etc.) </a:t>
            </a:r>
          </a:p>
          <a:p>
            <a:pPr lvl="1"/>
            <a:r>
              <a:rPr lang="en-US" sz="2400" dirty="0"/>
              <a:t>Works in a fast-pace, constantly-changing environment </a:t>
            </a:r>
          </a:p>
          <a:p>
            <a:pPr lvl="1"/>
            <a:endParaRPr lang="en-US" sz="1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52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Short (can fit on a index card)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 a ___________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 would like to ___________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So I can ______________</a:t>
            </a:r>
          </a:p>
          <a:p>
            <a:r>
              <a:rPr lang="en-US" dirty="0"/>
              <a:t>Front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Name, number,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Conversation (diagram)</a:t>
            </a:r>
          </a:p>
          <a:p>
            <a:r>
              <a:rPr lang="en-US" dirty="0"/>
              <a:t>Back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Confirmation (pass/fail tests)</a:t>
            </a:r>
          </a:p>
        </p:txBody>
      </p:sp>
    </p:spTree>
    <p:extLst>
      <p:ext uri="{BB962C8B-B14F-4D97-AF65-F5344CB8AC3E}">
        <p14:creationId xmlns:p14="http://schemas.microsoft.com/office/powerpoint/2010/main" val="81824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325" y="317184"/>
            <a:ext cx="8398675" cy="6236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095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826" y="269178"/>
            <a:ext cx="8742575" cy="6360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782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the security officer I would like to know when a developer has posted credentials to </a:t>
            </a:r>
            <a:r>
              <a:rPr lang="en-US" dirty="0" err="1"/>
              <a:t>Github</a:t>
            </a:r>
            <a:r>
              <a:rPr lang="en-US" dirty="0"/>
              <a:t> to prevent unauthorized access.</a:t>
            </a:r>
          </a:p>
          <a:p>
            <a:r>
              <a:rPr lang="en-US" dirty="0"/>
              <a:t>As the privacy officer I would like to know when an internal email address is exposed on the web site so I can notify the user</a:t>
            </a:r>
          </a:p>
          <a:p>
            <a:r>
              <a:rPr lang="en-US" dirty="0"/>
              <a:t>As a Facebook user I would to have a secure connection to the web site to protect my privacy</a:t>
            </a:r>
          </a:p>
        </p:txBody>
      </p:sp>
    </p:spTree>
    <p:extLst>
      <p:ext uri="{BB962C8B-B14F-4D97-AF65-F5344CB8AC3E}">
        <p14:creationId xmlns:p14="http://schemas.microsoft.com/office/powerpoint/2010/main" val="245004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dirty="0"/>
              <a:t>Building secure software is difficult, open source or not</a:t>
            </a:r>
          </a:p>
          <a:p>
            <a:r>
              <a:rPr lang="en-US" dirty="0"/>
              <a:t>Pro</a:t>
            </a:r>
          </a:p>
          <a:p>
            <a:pPr lvl="1"/>
            <a:r>
              <a:rPr lang="en-US" dirty="0"/>
              <a:t> Linus Law “Given enough eyeballs all bugs are shallow“</a:t>
            </a:r>
          </a:p>
          <a:p>
            <a:pPr lvl="1"/>
            <a:r>
              <a:rPr lang="en-US" dirty="0"/>
              <a:t>"Open source developers are more clued in to security issues due to a better sense of community, and their software is more secure as a result.“</a:t>
            </a:r>
          </a:p>
          <a:p>
            <a:r>
              <a:rPr lang="en-US" dirty="0"/>
              <a:t>Con</a:t>
            </a:r>
          </a:p>
          <a:p>
            <a:pPr lvl="1"/>
            <a:r>
              <a:rPr lang="en-US" dirty="0"/>
              <a:t>“Too much hacker not enough engineer”</a:t>
            </a:r>
          </a:p>
          <a:p>
            <a:pPr lvl="1"/>
            <a:r>
              <a:rPr lang="en-US" dirty="0"/>
              <a:t>“No structured engineering process”</a:t>
            </a:r>
          </a:p>
          <a:p>
            <a:pPr lvl="1"/>
            <a:r>
              <a:rPr lang="en-US" dirty="0"/>
              <a:t>“Attackers have access to code”</a:t>
            </a:r>
          </a:p>
        </p:txBody>
      </p:sp>
    </p:spTree>
    <p:extLst>
      <p:ext uri="{BB962C8B-B14F-4D97-AF65-F5344CB8AC3E}">
        <p14:creationId xmlns:p14="http://schemas.microsoft.com/office/powerpoint/2010/main" val="2814950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(function over time)</a:t>
            </a:r>
          </a:p>
          <a:p>
            <a:pPr lvl="1"/>
            <a:r>
              <a:rPr lang="en-US" dirty="0"/>
              <a:t>If an issue is found, justify the vulnerability than I will fix it.</a:t>
            </a:r>
          </a:p>
          <a:p>
            <a:r>
              <a:rPr lang="en-US" dirty="0"/>
              <a:t>Closed (time constrained)</a:t>
            </a:r>
          </a:p>
          <a:p>
            <a:pPr lvl="1"/>
            <a:r>
              <a:rPr lang="en-US" dirty="0"/>
              <a:t>If we have a vulnerability just fix it and move on</a:t>
            </a:r>
          </a:p>
        </p:txBody>
      </p:sp>
    </p:spTree>
    <p:extLst>
      <p:ext uri="{BB962C8B-B14F-4D97-AF65-F5344CB8AC3E}">
        <p14:creationId xmlns:p14="http://schemas.microsoft.com/office/powerpoint/2010/main" val="3516256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Closed has the money and will spend on security.</a:t>
            </a:r>
          </a:p>
          <a:p>
            <a:r>
              <a:rPr lang="en-US" dirty="0"/>
              <a:t>Serious customers demand security handled in a serious rather than ad-hoc way.</a:t>
            </a:r>
          </a:p>
          <a:p>
            <a:r>
              <a:rPr lang="en-US" dirty="0"/>
              <a:t>Closed will pay for 3</a:t>
            </a:r>
            <a:r>
              <a:rPr lang="en-US" baseline="30000" dirty="0"/>
              <a:t>rd</a:t>
            </a:r>
            <a:r>
              <a:rPr lang="en-US" dirty="0"/>
              <a:t> party audits.</a:t>
            </a:r>
          </a:p>
        </p:txBody>
      </p:sp>
    </p:spTree>
    <p:extLst>
      <p:ext uri="{BB962C8B-B14F-4D97-AF65-F5344CB8AC3E}">
        <p14:creationId xmlns:p14="http://schemas.microsoft.com/office/powerpoint/2010/main" val="1684811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generating negative tests - HAZOP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4594"/>
              </p:ext>
            </p:extLst>
          </p:nvPr>
        </p:nvGraphicFramePr>
        <p:xfrm>
          <a:off x="1981200" y="1066800"/>
          <a:ext cx="8077200" cy="5516562"/>
        </p:xfrm>
        <a:graphic>
          <a:graphicData uri="http://schemas.openxmlformats.org/drawingml/2006/table">
            <a:tbl>
              <a:tblPr/>
              <a:tblGrid>
                <a:gridCol w="3028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3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Guide Word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</a:rPr>
                        <a:t>Meaning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NO OR NOT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Complete negation of the design intent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MORE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Quantitative increase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LESS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Quantitative decrease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AS WELL AS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Qualitative modification/increase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PART OF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Qualitative modification/decrease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REVERSE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Logical opposite of the design intent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OTHER THAN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Complete substitution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EARLY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Relative to the clock time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LATE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Relative to the clock time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BEFORE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Relating to order or sequence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711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AFTER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Relating to order or sequence</a:t>
                      </a:r>
                    </a:p>
                  </a:txBody>
                  <a:tcPr marL="5097" marR="5097" marT="5097" marB="5097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426076" y="1331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91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67B6-9F64-4EA5-A311-17D1FA6D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Scaled Agile Framework: </a:t>
            </a:r>
            <a:r>
              <a:rPr lang="en-US" dirty="0">
                <a:hlinkClick r:id="rId2"/>
              </a:rPr>
              <a:t>https://www.scaledagileframework.com/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53A03D-86EE-477F-AAF1-6AA26B48F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7959" y="1066800"/>
            <a:ext cx="10739397" cy="55165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97ECC5-E06E-4317-BA2B-1DA7635C59AA}"/>
              </a:ext>
            </a:extLst>
          </p:cNvPr>
          <p:cNvSpPr txBox="1"/>
          <p:nvPr/>
        </p:nvSpPr>
        <p:spPr>
          <a:xfrm>
            <a:off x="1965278" y="6400800"/>
            <a:ext cx="2301922" cy="4572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3606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40B0-C532-40E0-8E12-9EB89EB9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Sec 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BBBC-6D07-4E16-82E7-05360E183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Put security testing into Dev terms</a:t>
            </a:r>
          </a:p>
          <a:p>
            <a:r>
              <a:rPr lang="en-US" dirty="0"/>
              <a:t>Quit trying to eliminate all vulnerabilities</a:t>
            </a:r>
          </a:p>
          <a:p>
            <a:r>
              <a:rPr lang="en-US" dirty="0"/>
              <a:t>Start with known/critical vulnerabilities</a:t>
            </a:r>
          </a:p>
          <a:p>
            <a:r>
              <a:rPr lang="en-US" dirty="0"/>
              <a:t>Pipeline runs security tests</a:t>
            </a:r>
          </a:p>
          <a:p>
            <a:r>
              <a:rPr lang="en-US" dirty="0"/>
              <a:t>Security </a:t>
            </a:r>
            <a:r>
              <a:rPr lang="en-US" i="1" dirty="0"/>
              <a:t>awareness</a:t>
            </a:r>
            <a:r>
              <a:rPr lang="en-US" dirty="0"/>
              <a:t> training for Dev</a:t>
            </a:r>
          </a:p>
          <a:p>
            <a:r>
              <a:rPr lang="en-US" dirty="0"/>
              <a:t>Eliminate known vulnerable components</a:t>
            </a:r>
          </a:p>
          <a:p>
            <a:r>
              <a:rPr lang="en-US" dirty="0"/>
              <a:t>Secure automation scripts</a:t>
            </a:r>
          </a:p>
          <a:p>
            <a:r>
              <a:rPr lang="en-US" dirty="0"/>
              <a:t>Strong version control</a:t>
            </a:r>
          </a:p>
          <a:p>
            <a:r>
              <a:rPr lang="en-US" dirty="0"/>
              <a:t>Adopt </a:t>
            </a:r>
            <a:r>
              <a:rPr lang="en-US"/>
              <a:t>immutable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82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7CFA-1BEA-4DD6-9F5C-89A1410D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DevOps: </a:t>
            </a:r>
            <a:r>
              <a:rPr lang="en-US" sz="1300" dirty="0">
                <a:hlinkClick r:id="rId2"/>
              </a:rPr>
              <a:t>https://www.sans.org/security-resources/posters/secure-devops-toolchain-swat-checklist/60/download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21F748-4AF0-4BA9-B063-025415BB0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914401"/>
            <a:ext cx="8133792" cy="5736533"/>
          </a:xfrm>
        </p:spPr>
      </p:pic>
    </p:spTree>
    <p:extLst>
      <p:ext uri="{BB962C8B-B14F-4D97-AF65-F5344CB8AC3E}">
        <p14:creationId xmlns:p14="http://schemas.microsoft.com/office/powerpoint/2010/main" val="1913246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DevSecOps</a:t>
            </a:r>
            <a:r>
              <a:rPr lang="en-US" dirty="0"/>
              <a:t> Behaviors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094887"/>
              </p:ext>
            </p:extLst>
          </p:nvPr>
        </p:nvGraphicFramePr>
        <p:xfrm>
          <a:off x="1676400" y="919162"/>
          <a:ext cx="8839200" cy="566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69623">
                  <a:extLst>
                    <a:ext uri="{9D8B030D-6E8A-4147-A177-3AD203B41FA5}">
                      <a16:colId xmlns:a16="http://schemas.microsoft.com/office/drawing/2014/main" val="1958262194"/>
                    </a:ext>
                  </a:extLst>
                </a:gridCol>
                <a:gridCol w="6669577">
                  <a:extLst>
                    <a:ext uri="{9D8B030D-6E8A-4147-A177-3AD203B41FA5}">
                      <a16:colId xmlns:a16="http://schemas.microsoft.com/office/drawing/2014/main" val="1713591486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Separation of Duties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No individual acting without authorization can alter the services/protections provided by the cloud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0471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Privilege Escalation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No individual will be able to escalate their assigned IAM privilege(s) by assuming the role of a higher privilege individual or instance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6415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Integrity Management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All compute deployments will allow for integration at deployment time to facilitate automated security acceptance.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448965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Compliance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Any individual or instance not adhering to published security guidelines may have their access terminated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7223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Resiliency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 single compromise of an individual or instance shall not be allowed to impact resources managed by other entities.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2368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Blast Radius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Cloud services shall provide customers sufficient separation of their data and compute from exposure to or impact by other consumers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023926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Legacy System Impact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No public cloud deployment shall increase the security exposure of </a:t>
                      </a:r>
                      <a:r>
                        <a:rPr lang="en-GB" sz="1400" dirty="0" err="1"/>
                        <a:t>on-premise</a:t>
                      </a:r>
                      <a:r>
                        <a:rPr lang="en-GB" sz="1400" baseline="0" dirty="0"/>
                        <a:t> (private cloud) </a:t>
                      </a:r>
                      <a:r>
                        <a:rPr lang="en-GB" sz="1400" dirty="0"/>
                        <a:t>systems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71993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Transparency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Classify all cloud security controls/processes as internal and publish for review by any employee or authorized customer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947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Automated Enforcement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Whenever possible enforcement of security policies shall be event driven and automated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5789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/>
                        <a:t>Data Protection</a:t>
                      </a:r>
                      <a:endParaRPr lang="en-GB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All data access must be based on an</a:t>
                      </a:r>
                      <a:r>
                        <a:rPr lang="en-GB" sz="1400" baseline="0" dirty="0"/>
                        <a:t> </a:t>
                      </a:r>
                      <a:r>
                        <a:rPr lang="en-GB" sz="1400" dirty="0"/>
                        <a:t>appropriate role for the data classification and include logging for all access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39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956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STRIDE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959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Threat Model – STRIDE (Microsoft)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190876" y="2518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074159"/>
              </p:ext>
            </p:extLst>
          </p:nvPr>
        </p:nvGraphicFramePr>
        <p:xfrm>
          <a:off x="2743200" y="1447800"/>
          <a:ext cx="6705600" cy="4265302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32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Threat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Security Property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Spoofing</a:t>
                      </a:r>
                      <a:endParaRPr lang="en-US" sz="240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Authentication</a:t>
                      </a:r>
                      <a:endParaRPr lang="en-US" sz="240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Tampering</a:t>
                      </a:r>
                      <a:endParaRPr lang="en-US" sz="240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Integrity</a:t>
                      </a:r>
                      <a:endParaRPr lang="en-US" sz="240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Repudiation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Validity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Information Disclosure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Confidentiality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Denial of Service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Availability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895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Elevation of Privilege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Authorization</a:t>
                      </a:r>
                      <a:endParaRPr lang="en-US" sz="2400" dirty="0">
                        <a:effectLst/>
                        <a:latin typeface="inherit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190876" y="18901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608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74672" y="1143000"/>
          <a:ext cx="8388529" cy="4659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5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1957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Element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  <a:p>
                      <a:pPr algn="ctr"/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itchFamily="34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Spoofing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  <a:p>
                      <a:pPr algn="ctr"/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itchFamily="34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Tampering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  <a:p>
                      <a:pPr algn="ctr"/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itchFamily="34" charset="0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Repudiation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Information Disclosure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Denial of Service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Elevation of Privilege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Common</a:t>
                      </a:r>
                    </a:p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Mitigations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IPsec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Digital signing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HMAC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ACLs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Digital  signing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HMAC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Strong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AuthN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itchFamily="34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Secure Logs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Secure Audit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Encryption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ACLs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ACLs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Quotas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HA Designs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ACLs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RBAC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+mn-ea"/>
                          <a:cs typeface="Times New Roman" pitchFamily="18" charset="0"/>
                        </a:rPr>
                        <a:t>Input validation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0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Entity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0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0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Store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dirty="0">
                          <a:solidFill>
                            <a:srgbClr val="FF0000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085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Flow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accent1"/>
                          </a:solidFill>
                          <a:sym typeface="Webdings"/>
                        </a:rPr>
                        <a:t></a:t>
                      </a:r>
                      <a:endParaRPr lang="en-US" sz="4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STRIDE Threats by Type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277288" y="4613364"/>
            <a:ext cx="696692" cy="263436"/>
            <a:chOff x="2743200" y="3962400"/>
            <a:chExt cx="1143000" cy="3048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2743200" y="3962400"/>
              <a:ext cx="1143000" cy="15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2743200" y="4265613"/>
              <a:ext cx="1143000" cy="158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rc 10"/>
          <p:cNvSpPr/>
          <p:nvPr/>
        </p:nvSpPr>
        <p:spPr>
          <a:xfrm rot="19075897">
            <a:off x="2187208" y="5275964"/>
            <a:ext cx="851608" cy="1177389"/>
          </a:xfrm>
          <a:prstGeom prst="arc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2547590" y="3810001"/>
            <a:ext cx="439003" cy="409433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algn="l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9343" y="3079844"/>
            <a:ext cx="477672" cy="27295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algn="l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94557" y="5761752"/>
            <a:ext cx="8042369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/>
              <a:t>Refer to Chapter 9 of the Microsoft SDL for a more complete listing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u="sng" dirty="0">
                <a:hlinkClick r:id="rId3"/>
              </a:rPr>
              <a:t>http://www.microsoft.com/learning/en/us/books/8753.aspx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05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Spoofing</a:t>
            </a:r>
            <a:br>
              <a:rPr lang="en-US" dirty="0"/>
            </a:br>
            <a:r>
              <a:rPr lang="en-US" dirty="0"/>
              <a:t>Applies to: Entities &amp;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Some questions to ask about this threat type</a:t>
            </a:r>
          </a:p>
          <a:p>
            <a:pPr marL="0" indent="0">
              <a:buNone/>
            </a:pPr>
            <a:r>
              <a:rPr lang="en-US" dirty="0"/>
              <a:t>Spoofing is pretending to be something you’re not</a:t>
            </a:r>
          </a:p>
          <a:p>
            <a:r>
              <a:rPr lang="en-US" dirty="0"/>
              <a:t>Are credentials held on the server?</a:t>
            </a:r>
          </a:p>
          <a:p>
            <a:r>
              <a:rPr lang="en-US" dirty="0"/>
              <a:t>Are credentials held on the client?</a:t>
            </a:r>
          </a:p>
          <a:p>
            <a:r>
              <a:rPr lang="en-US" dirty="0"/>
              <a:t>Is there a key distribution center?</a:t>
            </a:r>
          </a:p>
          <a:p>
            <a:r>
              <a:rPr lang="en-US" dirty="0"/>
              <a:t>Are credentials protected in transmission by strong cryptography?</a:t>
            </a:r>
          </a:p>
          <a:p>
            <a:r>
              <a:rPr lang="en-US" dirty="0"/>
              <a:t>Is there a protocol for updating a credential?</a:t>
            </a:r>
          </a:p>
          <a:p>
            <a:r>
              <a:rPr lang="en-US" dirty="0"/>
              <a:t>Could an attacker guess credentials (online or off line)?</a:t>
            </a:r>
          </a:p>
          <a:p>
            <a:r>
              <a:rPr lang="en-US" dirty="0"/>
              <a:t>Could two credentials be mistaken for each other?</a:t>
            </a:r>
          </a:p>
          <a:p>
            <a:r>
              <a:rPr lang="en-US" dirty="0"/>
              <a:t>Does the app ever support anonymous users or accounts with no passwords?</a:t>
            </a:r>
          </a:p>
          <a:p>
            <a:r>
              <a:rPr lang="en-US" dirty="0"/>
              <a:t>Does the protocol have a backwards compatibility mode?</a:t>
            </a:r>
          </a:p>
          <a:p>
            <a:r>
              <a:rPr lang="en-US" dirty="0"/>
              <a:t>Are all credentials random and arbitrary?</a:t>
            </a:r>
          </a:p>
          <a:p>
            <a:r>
              <a:rPr lang="en-US" dirty="0"/>
              <a:t>Does the protocol always require authentication?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41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Tampering</a:t>
            </a:r>
            <a:br>
              <a:rPr lang="en-US" dirty="0"/>
            </a:br>
            <a:r>
              <a:rPr lang="en-US" dirty="0"/>
              <a:t>Applies to: Data, Flows,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Tampering is altering the bits for any reason</a:t>
            </a:r>
          </a:p>
          <a:p>
            <a:r>
              <a:rPr lang="en-US" dirty="0"/>
              <a:t>Is all input verified for correctness?</a:t>
            </a:r>
          </a:p>
          <a:p>
            <a:r>
              <a:rPr lang="en-US" dirty="0"/>
              <a:t>Are you trying to protect against memory access attacks?</a:t>
            </a:r>
          </a:p>
          <a:p>
            <a:r>
              <a:rPr lang="en-US" dirty="0"/>
              <a:t>Do you trust your callers?</a:t>
            </a:r>
          </a:p>
          <a:p>
            <a:r>
              <a:rPr lang="en-US" dirty="0"/>
              <a:t>Do you trust your </a:t>
            </a:r>
            <a:r>
              <a:rPr lang="en-US" dirty="0" err="1"/>
              <a:t>callees</a:t>
            </a:r>
            <a:r>
              <a:rPr lang="en-US" dirty="0"/>
              <a:t>?</a:t>
            </a:r>
          </a:p>
          <a:p>
            <a:r>
              <a:rPr lang="en-US" dirty="0"/>
              <a:t>Do you use shared memory? Is it protected from all users?</a:t>
            </a:r>
          </a:p>
          <a:p>
            <a:r>
              <a:rPr lang="en-US" dirty="0"/>
              <a:t>Do you use </a:t>
            </a:r>
            <a:r>
              <a:rPr lang="en-US" dirty="0" err="1"/>
              <a:t>LinkDemand</a:t>
            </a:r>
            <a:r>
              <a:rPr lang="en-US" dirty="0"/>
              <a:t> ¡n .NET to optimize caller verification?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28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Repudiation</a:t>
            </a:r>
            <a:br>
              <a:rPr lang="en-US" dirty="0"/>
            </a:br>
            <a:r>
              <a:rPr lang="en-US" dirty="0"/>
              <a:t>Applies to: Entities &amp;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Repudiation is claiming you didn’t do something which you did.</a:t>
            </a:r>
          </a:p>
          <a:p>
            <a:r>
              <a:rPr lang="en-US" dirty="0"/>
              <a:t>Are you using a standard digital signature system?</a:t>
            </a:r>
          </a:p>
          <a:p>
            <a:r>
              <a:rPr lang="en-US" dirty="0"/>
              <a:t>Is the dataflow time stamped/sequenced and integrity protected?</a:t>
            </a:r>
          </a:p>
          <a:p>
            <a:r>
              <a:rPr lang="en-US" dirty="0"/>
              <a:t>Do you log?</a:t>
            </a:r>
          </a:p>
          <a:p>
            <a:r>
              <a:rPr lang="en-US" dirty="0"/>
              <a:t>If you have trust levels, is anyone other outside of the highest trust level allowed to log?</a:t>
            </a:r>
          </a:p>
          <a:p>
            <a:r>
              <a:rPr lang="en-US" dirty="0"/>
              <a:t>Do you accept logs from unknown or weakly authenticated users or systems?</a:t>
            </a:r>
          </a:p>
          <a:p>
            <a:r>
              <a:rPr lang="en-US" dirty="0"/>
              <a:t>Do you have enough data to deal with repudiation claims?</a:t>
            </a:r>
          </a:p>
          <a:p>
            <a:r>
              <a:rPr lang="en-US" dirty="0"/>
              <a:t>Do your log readers understand the security aspects of your logs?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88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Information Disclosure</a:t>
            </a:r>
            <a:br>
              <a:rPr lang="en-US" dirty="0"/>
            </a:br>
            <a:r>
              <a:rPr lang="en-US" dirty="0"/>
              <a:t>Applies to: Data, Flows,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disclosure is when the information can be read by an unauthorized party.</a:t>
            </a:r>
          </a:p>
          <a:p>
            <a:r>
              <a:rPr lang="en-US" dirty="0"/>
              <a:t>Is all input verified for correctness?</a:t>
            </a:r>
          </a:p>
          <a:p>
            <a:r>
              <a:rPr lang="en-US" dirty="0"/>
              <a:t>Do you use shared memory? Is it protected from all users?</a:t>
            </a:r>
          </a:p>
          <a:p>
            <a:r>
              <a:rPr lang="en-US" dirty="0"/>
              <a:t>Have you performed a side channel analysis?</a:t>
            </a:r>
          </a:p>
          <a:p>
            <a:r>
              <a:rPr lang="en-US" dirty="0"/>
              <a:t>Are you trying to protect against memory access attacks?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66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</a:t>
            </a:r>
            <a:r>
              <a:rPr lang="en-US" dirty="0" err="1"/>
              <a:t>DoS</a:t>
            </a:r>
            <a:br>
              <a:rPr lang="en-US" dirty="0"/>
            </a:br>
            <a:r>
              <a:rPr lang="en-US" dirty="0"/>
              <a:t>Applies to: Data, Flows,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Denial of service is overloading or crashing the process.</a:t>
            </a:r>
          </a:p>
          <a:p>
            <a:r>
              <a:rPr lang="en-US" dirty="0"/>
              <a:t>Does the app validate all input is within range?</a:t>
            </a:r>
          </a:p>
          <a:p>
            <a:r>
              <a:rPr lang="en-US" dirty="0"/>
              <a:t>Can a small request create a very large workload?</a:t>
            </a:r>
          </a:p>
          <a:p>
            <a:r>
              <a:rPr lang="en-US" dirty="0"/>
              <a:t>Do failed requests lock the system?</a:t>
            </a:r>
          </a:p>
          <a:p>
            <a:r>
              <a:rPr lang="en-US" dirty="0"/>
              <a:t>How many requests slow/stop the system?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20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Threat Type: Elevation of Privilege</a:t>
            </a:r>
            <a:br>
              <a:rPr lang="en-US" dirty="0"/>
            </a:br>
            <a:r>
              <a:rPr lang="en-US" dirty="0"/>
              <a:t>Applies to: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Elevation of privilege against processes involve altering the flow of execution such that code running at a higher privilege level does what they want.</a:t>
            </a:r>
          </a:p>
          <a:p>
            <a:r>
              <a:rPr lang="en-US" dirty="0"/>
              <a:t>Does the app validate all input?</a:t>
            </a:r>
          </a:p>
          <a:p>
            <a:r>
              <a:rPr lang="en-US" dirty="0"/>
              <a:t>Do you use shared memory? Is it protected from all users?</a:t>
            </a:r>
          </a:p>
          <a:p>
            <a:r>
              <a:rPr lang="en-US" dirty="0"/>
              <a:t>Does the application rely on a “same origin” policy?</a:t>
            </a:r>
          </a:p>
          <a:p>
            <a:r>
              <a:rPr lang="en-US" dirty="0"/>
              <a:t>Do you trust your callers? Do you use </a:t>
            </a:r>
            <a:r>
              <a:rPr lang="en-US" dirty="0" err="1"/>
              <a:t>LinkDemand</a:t>
            </a:r>
            <a:r>
              <a:rPr lang="en-US" dirty="0"/>
              <a:t> in .NET to optimize caller verification?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59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4494" y="6400800"/>
            <a:ext cx="632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https://www.owasp.org/index.php/Application_Threat_Modeling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DF791-78FB-4792-9A7C-C2F323D22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399" y="312738"/>
            <a:ext cx="8682333" cy="585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43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Risk Modeling</a:t>
            </a:r>
          </a:p>
          <a:p>
            <a:r>
              <a:rPr lang="en-US" sz="2400" i="1" dirty="0"/>
              <a:t>FAIR</a:t>
            </a:r>
          </a:p>
          <a:p>
            <a:r>
              <a:rPr lang="en-US" sz="2400" i="1" dirty="0"/>
              <a:t>Microsoft’s DREAD</a:t>
            </a:r>
          </a:p>
          <a:p>
            <a:r>
              <a:rPr lang="en-US" sz="2400" i="1" dirty="0"/>
              <a:t>CVSS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7A952-03D5-427A-B67D-6261CF6148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48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/>
              <a:t>Risk Management </a:t>
            </a:r>
            <a:r>
              <a:rPr lang="en-US" dirty="0"/>
              <a:t>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fontAlgn="base"/>
            <a:r>
              <a:rPr lang="en-US" dirty="0"/>
              <a:t>Avoid</a:t>
            </a:r>
          </a:p>
          <a:p>
            <a:pPr lvl="1" fontAlgn="base"/>
            <a:r>
              <a:rPr lang="en-US" dirty="0"/>
              <a:t>Eliminate uncertainty by not undertaking the actions seen as too risky for the business</a:t>
            </a:r>
          </a:p>
          <a:p>
            <a:pPr lvl="0" fontAlgn="base"/>
            <a:r>
              <a:rPr lang="en-US" dirty="0"/>
              <a:t>Transfer</a:t>
            </a:r>
          </a:p>
          <a:p>
            <a:pPr lvl="1" fontAlgn="base"/>
            <a:r>
              <a:rPr lang="en-US" dirty="0"/>
              <a:t>Ownership transfer, or by using insurance, guarantees or contractual clauses;</a:t>
            </a:r>
          </a:p>
          <a:p>
            <a:pPr lvl="0" fontAlgn="base"/>
            <a:r>
              <a:rPr lang="en-US" dirty="0"/>
              <a:t>Accept</a:t>
            </a:r>
          </a:p>
          <a:p>
            <a:pPr lvl="1" fontAlgn="base"/>
            <a:r>
              <a:rPr lang="en-US" dirty="0"/>
              <a:t>Get approval from top management to accept the current level of risk, without implementing security measures. </a:t>
            </a:r>
          </a:p>
          <a:p>
            <a:pPr lvl="1" fontAlgn="base"/>
            <a:r>
              <a:rPr lang="en-US" dirty="0"/>
              <a:t>Preferable in the situations where the cost of implementing protective measures exceeds the benefits, or when the level of risk is necessary for business development.</a:t>
            </a:r>
          </a:p>
          <a:p>
            <a:pPr lvl="0" fontAlgn="base"/>
            <a:r>
              <a:rPr lang="en-US" dirty="0"/>
              <a:t>Reduce</a:t>
            </a:r>
          </a:p>
          <a:p>
            <a:pPr lvl="1" fontAlgn="base"/>
            <a:r>
              <a:rPr lang="en-US" dirty="0"/>
              <a:t>Change the risk exposure (through impact and / or probability mitigation). </a:t>
            </a:r>
          </a:p>
          <a:p>
            <a:pPr lvl="1" fontAlgn="base"/>
            <a:r>
              <a:rPr lang="en-US" dirty="0"/>
              <a:t>Add or change controls to reduce the impact</a:t>
            </a:r>
          </a:p>
          <a:p>
            <a:pPr lvl="1" fontAlgn="base"/>
            <a:r>
              <a:rPr lang="en-US" dirty="0"/>
              <a:t>Take actions to reduce the probability</a:t>
            </a:r>
          </a:p>
        </p:txBody>
      </p:sp>
    </p:spTree>
    <p:extLst>
      <p:ext uri="{BB962C8B-B14F-4D97-AF65-F5344CB8AC3E}">
        <p14:creationId xmlns:p14="http://schemas.microsoft.com/office/powerpoint/2010/main" val="1213745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Model – DREAD (Microsoft)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</a:t>
            </a:r>
            <a:r>
              <a:rPr lang="en-US" dirty="0"/>
              <a:t>amage potential</a:t>
            </a:r>
          </a:p>
          <a:p>
            <a:pPr lvl="1"/>
            <a:r>
              <a:rPr lang="en-US" dirty="0"/>
              <a:t>How bad could an attack be?</a:t>
            </a:r>
          </a:p>
          <a:p>
            <a:r>
              <a:rPr lang="en-US" b="1" dirty="0"/>
              <a:t>R</a:t>
            </a:r>
            <a:r>
              <a:rPr lang="en-US" dirty="0"/>
              <a:t>eproducibility</a:t>
            </a:r>
          </a:p>
          <a:p>
            <a:pPr lvl="1"/>
            <a:r>
              <a:rPr lang="en-US" dirty="0"/>
              <a:t>How easy is it to reproduce the attack?</a:t>
            </a:r>
          </a:p>
          <a:p>
            <a:r>
              <a:rPr lang="en-US" b="1" dirty="0"/>
              <a:t>E</a:t>
            </a:r>
            <a:r>
              <a:rPr lang="en-US" dirty="0"/>
              <a:t>xploitability</a:t>
            </a:r>
          </a:p>
          <a:p>
            <a:pPr lvl="1"/>
            <a:r>
              <a:rPr lang="en-US" dirty="0"/>
              <a:t>How easy is it to launch an attack?</a:t>
            </a:r>
          </a:p>
          <a:p>
            <a:r>
              <a:rPr lang="en-US" b="1" dirty="0"/>
              <a:t>A</a:t>
            </a:r>
            <a:r>
              <a:rPr lang="en-US" dirty="0"/>
              <a:t>ffected users</a:t>
            </a:r>
          </a:p>
          <a:p>
            <a:pPr lvl="1"/>
            <a:r>
              <a:rPr lang="en-US" dirty="0"/>
              <a:t>how many people will be impacted?</a:t>
            </a:r>
          </a:p>
          <a:p>
            <a:r>
              <a:rPr lang="en-US" b="1" dirty="0"/>
              <a:t>D</a:t>
            </a:r>
            <a:r>
              <a:rPr lang="en-US" dirty="0"/>
              <a:t>iscoverability</a:t>
            </a:r>
          </a:p>
          <a:p>
            <a:pPr lvl="1"/>
            <a:r>
              <a:rPr lang="en-US" dirty="0"/>
              <a:t>How easy is it to find the vulnerability?</a:t>
            </a:r>
          </a:p>
        </p:txBody>
      </p:sp>
    </p:spTree>
    <p:extLst>
      <p:ext uri="{BB962C8B-B14F-4D97-AF65-F5344CB8AC3E}">
        <p14:creationId xmlns:p14="http://schemas.microsoft.com/office/powerpoint/2010/main" val="3575866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79B6-DC50-4BBC-8565-65CA0F97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DREAD evaluation of Heartbleed (scale 1-10)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0423A4-ED49-4F23-AE99-D7EEDB76A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50121"/>
              </p:ext>
            </p:extLst>
          </p:nvPr>
        </p:nvGraphicFramePr>
        <p:xfrm>
          <a:off x="1066800" y="1343025"/>
          <a:ext cx="100584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82">
                  <a:extLst>
                    <a:ext uri="{9D8B030D-6E8A-4147-A177-3AD203B41FA5}">
                      <a16:colId xmlns:a16="http://schemas.microsoft.com/office/drawing/2014/main" val="4010049009"/>
                    </a:ext>
                  </a:extLst>
                </a:gridCol>
                <a:gridCol w="3401392">
                  <a:extLst>
                    <a:ext uri="{9D8B030D-6E8A-4147-A177-3AD203B41FA5}">
                      <a16:colId xmlns:a16="http://schemas.microsoft.com/office/drawing/2014/main" val="276748155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223910513"/>
                    </a:ext>
                  </a:extLst>
                </a:gridCol>
                <a:gridCol w="2089426">
                  <a:extLst>
                    <a:ext uri="{9D8B030D-6E8A-4147-A177-3AD203B41FA5}">
                      <a16:colId xmlns:a16="http://schemas.microsoft.com/office/drawing/2014/main" val="4174211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Assessment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UNH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Liberty Mutual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225759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Damage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Loss of private TLS key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060406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Reproducibility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Remote, unauthenticated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70454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Exploitability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HTTP request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73149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Affected Users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UNH: Campus wide</a:t>
                      </a:r>
                    </a:p>
                    <a:p>
                      <a:r>
                        <a:rPr lang="en-US" dirty="0"/>
                        <a:t>LM: 6 out of 5000 servers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08602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Discoverability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 knowledge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7667724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10D50D-CAC0-4A64-9A9F-4BB083529FDF}"/>
              </a:ext>
            </a:extLst>
          </p:cNvPr>
          <p:cNvSpPr txBox="1"/>
          <p:nvPr/>
        </p:nvSpPr>
        <p:spPr>
          <a:xfrm>
            <a:off x="5334000" y="46482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696E6B-C799-42FA-8E80-297AFDCF9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177737"/>
              </p:ext>
            </p:extLst>
          </p:nvPr>
        </p:nvGraphicFramePr>
        <p:xfrm>
          <a:off x="4800600" y="4191000"/>
          <a:ext cx="6096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58401084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67410084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91912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Add?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011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Multiply?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4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Percent?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76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Weighted/Minimum?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528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913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Threat Event Frequency (TEF)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How often?</a:t>
            </a:r>
          </a:p>
          <a:p>
            <a:r>
              <a:rPr lang="en-US" dirty="0">
                <a:solidFill>
                  <a:srgbClr val="FF0000"/>
                </a:solidFill>
              </a:rPr>
              <a:t>Threat Capability (</a:t>
            </a:r>
            <a:r>
              <a:rPr lang="en-US" dirty="0" err="1">
                <a:solidFill>
                  <a:srgbClr val="FF0000"/>
                </a:solidFill>
              </a:rPr>
              <a:t>Tcap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dirty="0"/>
              <a:t>How good are the attackers?</a:t>
            </a:r>
          </a:p>
          <a:p>
            <a:r>
              <a:rPr lang="en-US" dirty="0">
                <a:solidFill>
                  <a:srgbClr val="FF0000"/>
                </a:solidFill>
              </a:rPr>
              <a:t>Control Strength (CS)</a:t>
            </a:r>
          </a:p>
          <a:p>
            <a:pPr lvl="1"/>
            <a:r>
              <a:rPr lang="en-US" dirty="0"/>
              <a:t>How good are the defenses?</a:t>
            </a:r>
          </a:p>
          <a:p>
            <a:r>
              <a:rPr lang="en-US" dirty="0"/>
              <a:t>Loss Event Freq. (LEF) = TEF * </a:t>
            </a:r>
            <a:r>
              <a:rPr lang="en-US" dirty="0" err="1"/>
              <a:t>Tcap</a:t>
            </a:r>
            <a:r>
              <a:rPr lang="en-US" dirty="0"/>
              <a:t> * CS</a:t>
            </a:r>
          </a:p>
          <a:p>
            <a:pPr lvl="1"/>
            <a:r>
              <a:rPr lang="en-US" dirty="0"/>
              <a:t>“sub-total”</a:t>
            </a:r>
          </a:p>
          <a:p>
            <a:r>
              <a:rPr lang="en-US" dirty="0"/>
              <a:t>Estimated Probable Loss (EPL)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Rate the loss</a:t>
            </a:r>
          </a:p>
          <a:p>
            <a:r>
              <a:rPr lang="en-US" dirty="0"/>
              <a:t>RISK = EPL * LEF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BA531-F18A-4283-88F8-906D5AABD107}"/>
              </a:ext>
            </a:extLst>
          </p:cNvPr>
          <p:cNvSpPr txBox="1"/>
          <p:nvPr/>
        </p:nvSpPr>
        <p:spPr>
          <a:xfrm>
            <a:off x="2133600" y="64008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2400" dirty="0"/>
              <a:t>Details in shared reading materials FAIR(Brag).pdf</a:t>
            </a:r>
          </a:p>
        </p:txBody>
      </p:sp>
    </p:spTree>
    <p:extLst>
      <p:ext uri="{BB962C8B-B14F-4D97-AF65-F5344CB8AC3E}">
        <p14:creationId xmlns:p14="http://schemas.microsoft.com/office/powerpoint/2010/main" val="1193311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1450-4260-416B-BA52-C8BCC484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 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FB28-FBC5-4366-A3A7-726A91A1C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Easy way, forget about attacker and control strength</a:t>
            </a:r>
          </a:p>
          <a:p>
            <a:r>
              <a:rPr lang="en-US" dirty="0">
                <a:solidFill>
                  <a:srgbClr val="FF0000"/>
                </a:solidFill>
              </a:rPr>
              <a:t>Threat Event Frequency (TEF)</a:t>
            </a:r>
          </a:p>
          <a:p>
            <a:pPr lvl="1"/>
            <a:r>
              <a:rPr lang="en-US" dirty="0"/>
              <a:t>How often?</a:t>
            </a:r>
          </a:p>
          <a:p>
            <a:r>
              <a:rPr lang="en-US" strike="sngStrike" dirty="0">
                <a:solidFill>
                  <a:srgbClr val="FF0000"/>
                </a:solidFill>
              </a:rPr>
              <a:t>Threat Capability (</a:t>
            </a:r>
            <a:r>
              <a:rPr lang="en-US" strike="sngStrike" dirty="0" err="1">
                <a:solidFill>
                  <a:srgbClr val="FF0000"/>
                </a:solidFill>
              </a:rPr>
              <a:t>Tcap</a:t>
            </a:r>
            <a:r>
              <a:rPr lang="en-US" strike="sngStrike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strike="sngStrike" dirty="0"/>
              <a:t>How good are the attackers?</a:t>
            </a:r>
          </a:p>
          <a:p>
            <a:r>
              <a:rPr lang="en-US" strike="sngStrike" dirty="0">
                <a:solidFill>
                  <a:srgbClr val="FF0000"/>
                </a:solidFill>
              </a:rPr>
              <a:t>Control Strength (CS)</a:t>
            </a:r>
          </a:p>
          <a:p>
            <a:pPr lvl="1"/>
            <a:r>
              <a:rPr lang="en-US" strike="sngStrike" dirty="0"/>
              <a:t>How good are the defenses?</a:t>
            </a:r>
          </a:p>
          <a:p>
            <a:r>
              <a:rPr lang="en-US" strike="sngStrike" dirty="0"/>
              <a:t>Loss Event Freq. (LEF) = TEF * </a:t>
            </a:r>
            <a:r>
              <a:rPr lang="en-US" strike="sngStrike" dirty="0" err="1"/>
              <a:t>Tcap</a:t>
            </a:r>
            <a:r>
              <a:rPr lang="en-US" strike="sngStrike" dirty="0"/>
              <a:t> * CS</a:t>
            </a:r>
          </a:p>
          <a:p>
            <a:pPr lvl="1"/>
            <a:r>
              <a:rPr lang="en-US" strike="sngStrike" dirty="0"/>
              <a:t>math</a:t>
            </a:r>
          </a:p>
          <a:p>
            <a:r>
              <a:rPr lang="en-US" dirty="0">
                <a:solidFill>
                  <a:srgbClr val="FF0000"/>
                </a:solidFill>
              </a:rPr>
              <a:t>Estimated Probable Loss (EPL)</a:t>
            </a:r>
          </a:p>
          <a:p>
            <a:pPr lvl="1"/>
            <a:r>
              <a:rPr lang="en-US" dirty="0"/>
              <a:t>Rate the loss</a:t>
            </a:r>
          </a:p>
          <a:p>
            <a:r>
              <a:rPr lang="en-US" dirty="0"/>
              <a:t>RISK = EPL * TEF</a:t>
            </a:r>
          </a:p>
        </p:txBody>
      </p:sp>
    </p:spTree>
    <p:extLst>
      <p:ext uri="{BB962C8B-B14F-4D97-AF65-F5344CB8AC3E}">
        <p14:creationId xmlns:p14="http://schemas.microsoft.com/office/powerpoint/2010/main" val="26813879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FAIR lite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DF232-2E31-4B00-9069-1E5C18ED0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09691" y="1295401"/>
            <a:ext cx="2801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b="1" dirty="0">
                <a:solidFill>
                  <a:schemeClr val="tx2"/>
                </a:solidFill>
              </a:rPr>
              <a:t>HOW OFTEN?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19635"/>
              </p:ext>
            </p:extLst>
          </p:nvPr>
        </p:nvGraphicFramePr>
        <p:xfrm>
          <a:off x="1981200" y="2035392"/>
          <a:ext cx="6477000" cy="24905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114">
                <a:tc>
                  <a:txBody>
                    <a:bodyPr/>
                    <a:lstStyle/>
                    <a:p>
                      <a:r>
                        <a:rPr lang="en-US" b="1" dirty="0"/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&lt;0.1/year</a:t>
                      </a:r>
                      <a:r>
                        <a:rPr lang="en-US" b="1" baseline="0" dirty="0"/>
                        <a:t> (less than 1/10yr)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114">
                <a:tc>
                  <a:txBody>
                    <a:bodyPr/>
                    <a:lstStyle/>
                    <a:p>
                      <a:r>
                        <a:rPr lang="en-US" b="1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0.1&lt;&gt;1/year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114">
                <a:tc>
                  <a:txBody>
                    <a:bodyPr/>
                    <a:lstStyle/>
                    <a:p>
                      <a:r>
                        <a:rPr lang="en-US" b="1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1&lt;&gt;10/year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14">
                <a:tc>
                  <a:txBody>
                    <a:bodyPr/>
                    <a:lstStyle/>
                    <a:p>
                      <a:r>
                        <a:rPr lang="en-US" b="1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10&lt;&gt;100/year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114">
                <a:tc>
                  <a:txBody>
                    <a:bodyPr/>
                    <a:lstStyle/>
                    <a:p>
                      <a:r>
                        <a:rPr lang="en-US" b="1" dirty="0"/>
                        <a:t>Very</a:t>
                      </a:r>
                      <a:r>
                        <a:rPr lang="en-US" b="1" baseline="0" dirty="0"/>
                        <a:t> High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&gt;100/year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81200" y="4724400"/>
            <a:ext cx="8229600" cy="160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/>
              <a:t>Remove control strength and attacker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Understand your deterrence controls.  For example using Akamai would reduce the number/effectiveness of a DDoS attack.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the attack is happening does it matter how smart you thought they were?</a:t>
            </a:r>
          </a:p>
        </p:txBody>
      </p:sp>
    </p:spTree>
    <p:extLst>
      <p:ext uri="{BB962C8B-B14F-4D97-AF65-F5344CB8AC3E}">
        <p14:creationId xmlns:p14="http://schemas.microsoft.com/office/powerpoint/2010/main" val="2588035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FAIR 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DA0C-A8E0-4FEB-9847-1C9F9372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09692" y="1295401"/>
            <a:ext cx="2345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b="1" dirty="0">
                <a:solidFill>
                  <a:schemeClr val="tx2"/>
                </a:solidFill>
              </a:rPr>
              <a:t>HOW BAD?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868623"/>
              </p:ext>
            </p:extLst>
          </p:nvPr>
        </p:nvGraphicFramePr>
        <p:xfrm>
          <a:off x="1866900" y="2179748"/>
          <a:ext cx="8458199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7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INSIGNIFICANT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Impact absorbed by normal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DISTRACTING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Limited hard costs; not absorbed by normal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PAINFUL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More annoying than DISTRACTING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DAMAGING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Real/serious effect on the bottom line/revenue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CATASTROPHIC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Business-ending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1727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Heartbleed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09466-9E98-4FC4-B7F6-70CED0462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90039"/>
              </p:ext>
            </p:extLst>
          </p:nvPr>
        </p:nvGraphicFramePr>
        <p:xfrm>
          <a:off x="914400" y="487364"/>
          <a:ext cx="9220200" cy="441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2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9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6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494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Catastrophic</a:t>
                      </a:r>
                    </a:p>
                  </a:txBody>
                  <a:tcPr marL="102551" marR="102551" marT="51276" marB="512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551" marR="102551" marT="51276" marB="51276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551" marR="102551" marT="51276" marB="51276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551" marR="102551" marT="51276" marB="51276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954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Damaging</a:t>
                      </a:r>
                    </a:p>
                  </a:txBody>
                  <a:tcPr marL="102551" marR="102551" marT="51276" marB="512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 marL="102551" marR="102551" marT="51276" marB="51276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591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Painful</a:t>
                      </a:r>
                    </a:p>
                  </a:txBody>
                  <a:tcPr marL="102551" marR="102551" marT="51276" marB="512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02551" marR="102551" marT="51276" marB="51276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292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Distracting</a:t>
                      </a:r>
                    </a:p>
                  </a:txBody>
                  <a:tcPr marL="102551" marR="102551" marT="51276" marB="512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46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Insignificant</a:t>
                      </a:r>
                    </a:p>
                  </a:txBody>
                  <a:tcPr marL="102551" marR="102551" marT="51276" marB="512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66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</a:p>
                  </a:txBody>
                  <a:tcPr marL="102551" marR="102551" marT="51276" marB="5127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02551" marR="102551" marT="51276" marB="51276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8723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2551" marR="102551" marT="51276" marB="5127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VL</a:t>
                      </a:r>
                    </a:p>
                    <a:p>
                      <a:pPr algn="ctr"/>
                      <a:r>
                        <a:rPr lang="en-US" sz="2000" dirty="0"/>
                        <a:t>&lt;</a:t>
                      </a:r>
                      <a:r>
                        <a:rPr lang="en-US" sz="2000" baseline="0" dirty="0"/>
                        <a:t>every 10 years</a:t>
                      </a:r>
                      <a:endParaRPr lang="en-US" sz="2000" dirty="0"/>
                    </a:p>
                  </a:txBody>
                  <a:tcPr marL="102551" marR="102551" marT="51276" marB="512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  <a:p>
                      <a:pPr algn="ctr"/>
                      <a:r>
                        <a:rPr lang="en-US" sz="2000" dirty="0"/>
                        <a:t>yearly</a:t>
                      </a:r>
                    </a:p>
                  </a:txBody>
                  <a:tcPr marL="102551" marR="102551" marT="51276" marB="512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  <a:p>
                      <a:pPr algn="ctr"/>
                      <a:r>
                        <a:rPr lang="en-US" sz="2000" dirty="0"/>
                        <a:t>monthly</a:t>
                      </a:r>
                    </a:p>
                  </a:txBody>
                  <a:tcPr marL="102551" marR="102551" marT="51276" marB="512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  <a:p>
                      <a:pPr algn="ctr"/>
                      <a:r>
                        <a:rPr lang="en-US" sz="2000" dirty="0"/>
                        <a:t>weekly</a:t>
                      </a:r>
                    </a:p>
                  </a:txBody>
                  <a:tcPr marL="102551" marR="102551" marT="51276" marB="512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VH</a:t>
                      </a:r>
                    </a:p>
                    <a:p>
                      <a:pPr algn="ctr"/>
                      <a:r>
                        <a:rPr lang="en-US" sz="2000" dirty="0"/>
                        <a:t>daily</a:t>
                      </a:r>
                    </a:p>
                  </a:txBody>
                  <a:tcPr marL="102551" marR="102551" marT="51276" marB="512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Content Placeholder 2"/>
          <p:cNvSpPr txBox="1">
            <a:spLocks/>
          </p:cNvSpPr>
          <p:nvPr/>
        </p:nvSpPr>
        <p:spPr>
          <a:xfrm>
            <a:off x="1447800" y="5257800"/>
            <a:ext cx="101346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CRITICAL : Senior Management =&gt; Must Address Immediately</a:t>
            </a:r>
          </a:p>
          <a:p>
            <a:pPr marL="0" indent="0">
              <a:buNone/>
            </a:pPr>
            <a:r>
              <a:rPr lang="en-US" sz="4000" b="1" dirty="0"/>
              <a:t>HIGH : Senior Business Management =&gt; Must take action to TRANSFER or REMEDIATE</a:t>
            </a:r>
          </a:p>
          <a:p>
            <a:pPr marL="0" indent="0">
              <a:buNone/>
            </a:pPr>
            <a:r>
              <a:rPr lang="en-US" sz="4000" b="1" dirty="0"/>
              <a:t>MEDIUM : Asset Owner+[CIO|CISO] =&gt; REMEDIATE or ACCEPT</a:t>
            </a:r>
          </a:p>
          <a:p>
            <a:pPr marL="0" indent="0">
              <a:buNone/>
            </a:pPr>
            <a:r>
              <a:rPr lang="en-US" sz="4000" b="1" dirty="0"/>
              <a:t>LOW : Asset Owner =&gt; Accept (for now)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6B7C-1E89-4FEC-90B9-CCDF16E0CF87}"/>
              </a:ext>
            </a:extLst>
          </p:cNvPr>
          <p:cNvSpPr txBox="1"/>
          <p:nvPr/>
        </p:nvSpPr>
        <p:spPr>
          <a:xfrm>
            <a:off x="9067800" y="1828800"/>
            <a:ext cx="762000" cy="4572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sysDot"/>
          </a:ln>
        </p:spPr>
        <p:txBody>
          <a:bodyPr vert="horz" wrap="none" lIns="91440" tIns="45720" rIns="91440" bIns="45720" rtlCol="0">
            <a:normAutofit/>
          </a:bodyPr>
          <a:lstStyle/>
          <a:p>
            <a:pPr algn="ctr"/>
            <a:r>
              <a:rPr lang="en-US" sz="2400" b="1" dirty="0"/>
              <a:t>UNH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74F8D-BB28-4D6C-BA53-9B8115E9FA9D}"/>
              </a:ext>
            </a:extLst>
          </p:cNvPr>
          <p:cNvSpPr txBox="1"/>
          <p:nvPr/>
        </p:nvSpPr>
        <p:spPr>
          <a:xfrm>
            <a:off x="9091612" y="3048000"/>
            <a:ext cx="76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prstDash val="sysDot"/>
          </a:ln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/>
              <a:t>LM</a:t>
            </a:r>
          </a:p>
        </p:txBody>
      </p:sp>
    </p:spTree>
    <p:extLst>
      <p:ext uri="{BB962C8B-B14F-4D97-AF65-F5344CB8AC3E}">
        <p14:creationId xmlns:p14="http://schemas.microsoft.com/office/powerpoint/2010/main" val="126839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Putting Loss (Impact) Into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INSIGNIFICANT</a:t>
            </a:r>
          </a:p>
          <a:p>
            <a:pPr lvl="1"/>
            <a:r>
              <a:rPr lang="en-US" dirty="0"/>
              <a:t>Impact absorbed by normal activities</a:t>
            </a:r>
          </a:p>
          <a:p>
            <a:r>
              <a:rPr lang="en-US" dirty="0"/>
              <a:t>DISTRACTING</a:t>
            </a:r>
          </a:p>
          <a:p>
            <a:pPr lvl="1"/>
            <a:r>
              <a:rPr lang="en-US" dirty="0"/>
              <a:t>Limited hard costs; not absorbed by normal activities</a:t>
            </a:r>
          </a:p>
          <a:p>
            <a:r>
              <a:rPr lang="en-US" dirty="0"/>
              <a:t>PAINFUL</a:t>
            </a:r>
          </a:p>
          <a:p>
            <a:pPr lvl="1"/>
            <a:r>
              <a:rPr lang="en-US" dirty="0"/>
              <a:t>More annoying than DISTRACTING</a:t>
            </a:r>
          </a:p>
          <a:p>
            <a:r>
              <a:rPr lang="en-US" dirty="0"/>
              <a:t>DAMAGING</a:t>
            </a:r>
          </a:p>
          <a:p>
            <a:pPr lvl="1"/>
            <a:r>
              <a:rPr lang="en-US" dirty="0"/>
              <a:t>Real/serious effect on the bottom line/revenue generation</a:t>
            </a:r>
          </a:p>
          <a:p>
            <a:r>
              <a:rPr lang="en-US" dirty="0"/>
              <a:t>CATASTROPHIC</a:t>
            </a:r>
          </a:p>
          <a:p>
            <a:pPr lvl="1"/>
            <a:r>
              <a:rPr lang="en-US" dirty="0"/>
              <a:t>Business-ending event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526298" y="3498353"/>
            <a:ext cx="6867612" cy="375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2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526300" y="2980997"/>
            <a:ext cx="5803733" cy="375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4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•"/>
              <a:defRPr sz="12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–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itchFamily="34" charset="0"/>
              <a:buChar char="»"/>
              <a:defRPr sz="11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68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Risk?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CRITICAL </a:t>
            </a:r>
          </a:p>
          <a:p>
            <a:pPr lvl="1"/>
            <a:r>
              <a:rPr lang="en-US" dirty="0"/>
              <a:t>Senior Management</a:t>
            </a:r>
          </a:p>
          <a:p>
            <a:pPr lvl="1"/>
            <a:r>
              <a:rPr lang="en-US" dirty="0"/>
              <a:t>Must Address Immediately</a:t>
            </a:r>
          </a:p>
          <a:p>
            <a:r>
              <a:rPr lang="en-US" dirty="0"/>
              <a:t>HIGH</a:t>
            </a:r>
          </a:p>
          <a:p>
            <a:pPr lvl="1"/>
            <a:r>
              <a:rPr lang="en-US" dirty="0"/>
              <a:t>Senior Business Management</a:t>
            </a:r>
          </a:p>
          <a:p>
            <a:pPr lvl="1"/>
            <a:r>
              <a:rPr lang="en-US" dirty="0"/>
              <a:t>Must take action to TRANSFER or REMEDIATE</a:t>
            </a:r>
          </a:p>
          <a:p>
            <a:r>
              <a:rPr lang="en-US" dirty="0"/>
              <a:t>MEDIUM </a:t>
            </a:r>
          </a:p>
          <a:p>
            <a:pPr lvl="1"/>
            <a:r>
              <a:rPr lang="en-US" dirty="0"/>
              <a:t>Asset Owner+[CIO|CISO]</a:t>
            </a:r>
          </a:p>
          <a:p>
            <a:pPr lvl="1"/>
            <a:r>
              <a:rPr lang="en-US" dirty="0"/>
              <a:t>REMEDIATE or ACCEPT</a:t>
            </a:r>
          </a:p>
          <a:p>
            <a:r>
              <a:rPr lang="en-US" dirty="0"/>
              <a:t>LOW </a:t>
            </a:r>
          </a:p>
          <a:p>
            <a:pPr lvl="1"/>
            <a:r>
              <a:rPr lang="en-US" dirty="0"/>
              <a:t>Asset Owner</a:t>
            </a:r>
          </a:p>
          <a:p>
            <a:pPr lvl="1"/>
            <a:r>
              <a:rPr lang="en-US"/>
              <a:t>Accept for </a:t>
            </a:r>
            <a:r>
              <a:rPr lang="en-US" dirty="0"/>
              <a:t>now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713289"/>
              </p:ext>
            </p:extLst>
          </p:nvPr>
        </p:nvGraphicFramePr>
        <p:xfrm>
          <a:off x="4800600" y="731836"/>
          <a:ext cx="7010400" cy="22250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56852009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908682643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215390349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3708115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453287097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3433994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V.Low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V.High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08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Catastrophic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3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3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Painful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17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442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3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890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F3A3-22D5-4DDE-A007-60967DDB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Vulnerability Database - NVD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CEFC0-F72B-4AFD-99D6-40BD7D1E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U.S. government repository of standards-based vulnerability management data</a:t>
            </a:r>
          </a:p>
          <a:p>
            <a:r>
              <a:rPr lang="en-US" dirty="0"/>
              <a:t>Using the </a:t>
            </a:r>
            <a:r>
              <a:rPr lang="en-US" dirty="0">
                <a:hlinkClick r:id="rId2" tooltip="Security Content Automation Protocol"/>
              </a:rPr>
              <a:t>Security Content Automation Protocol</a:t>
            </a:r>
            <a:r>
              <a:rPr lang="en-US" dirty="0"/>
              <a:t> (SCAP)</a:t>
            </a:r>
          </a:p>
          <a:p>
            <a:r>
              <a:rPr lang="en-US" dirty="0"/>
              <a:t>March 2013 taking offline by Adobe ColdFusion vulnerability</a:t>
            </a:r>
          </a:p>
          <a:p>
            <a:r>
              <a:rPr lang="en-US" dirty="0"/>
              <a:t>NIST provides both CVE (via </a:t>
            </a:r>
            <a:r>
              <a:rPr lang="en-US" dirty="0">
                <a:hlinkClick r:id="rId3"/>
              </a:rPr>
              <a:t>https://cve.mitre.org/</a:t>
            </a:r>
            <a:r>
              <a:rPr lang="en-US" dirty="0"/>
              <a:t> ) and CVSS data to the public</a:t>
            </a:r>
          </a:p>
        </p:txBody>
      </p:sp>
    </p:spTree>
    <p:extLst>
      <p:ext uri="{BB962C8B-B14F-4D97-AF65-F5344CB8AC3E}">
        <p14:creationId xmlns:p14="http://schemas.microsoft.com/office/powerpoint/2010/main" val="181457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72012-55F7-49A1-9F22-357DA5AB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https://nvd.nist.gov/vuln-metrics/cvss/v3-calculator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01684-8513-42D0-AEFB-2EBB7374A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914400"/>
            <a:ext cx="7110393" cy="5851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821C65-1629-48D8-BC0B-B2E7FC7DE226}"/>
              </a:ext>
            </a:extLst>
          </p:cNvPr>
          <p:cNvSpPr txBox="1"/>
          <p:nvPr/>
        </p:nvSpPr>
        <p:spPr>
          <a:xfrm>
            <a:off x="4800600" y="6400800"/>
            <a:ext cx="5410200" cy="381000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0854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FD6A-E991-4464-A963-AFE6A314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UNH – Heartbleed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3C075-67FF-4C26-BB93-D0447523E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401" y="89258"/>
            <a:ext cx="5796999" cy="66794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0EBECC-228A-4054-8360-13521BE41307}"/>
              </a:ext>
            </a:extLst>
          </p:cNvPr>
          <p:cNvSpPr txBox="1"/>
          <p:nvPr/>
        </p:nvSpPr>
        <p:spPr>
          <a:xfrm>
            <a:off x="2209800" y="17526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98964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91BA-B242-43F3-9EE3-AE9641FB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Liberty Mutual – Heartbleed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979BE1-C588-4222-95D2-8D385B114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610" y="241300"/>
            <a:ext cx="5641590" cy="650991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E21461-A813-431B-9558-ECD79D51F292}"/>
              </a:ext>
            </a:extLst>
          </p:cNvPr>
          <p:cNvSpPr/>
          <p:nvPr/>
        </p:nvSpPr>
        <p:spPr>
          <a:xfrm>
            <a:off x="9829800" y="5257800"/>
            <a:ext cx="1600200" cy="1219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AACE4F-BE79-49CC-9D60-9236D6452CD9}"/>
              </a:ext>
            </a:extLst>
          </p:cNvPr>
          <p:cNvSpPr/>
          <p:nvPr/>
        </p:nvSpPr>
        <p:spPr>
          <a:xfrm>
            <a:off x="9677400" y="757238"/>
            <a:ext cx="1066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82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Model Comparison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09600" y="1371600"/>
          <a:ext cx="10972800" cy="43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447761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99115319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9785332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860957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DREAD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FAIR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CVSS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284986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 a known flaw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Prepare for a potential attack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Standardized vulnerability reporting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16321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Input factors or Components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Damage</a:t>
                      </a:r>
                    </a:p>
                    <a:p>
                      <a:r>
                        <a:rPr lang="en-US" dirty="0"/>
                        <a:t>Reproducibility</a:t>
                      </a:r>
                    </a:p>
                    <a:p>
                      <a:r>
                        <a:rPr lang="en-US" dirty="0"/>
                        <a:t>Exploitability</a:t>
                      </a:r>
                    </a:p>
                    <a:p>
                      <a:r>
                        <a:rPr lang="en-US" dirty="0"/>
                        <a:t>Affected users</a:t>
                      </a:r>
                    </a:p>
                    <a:p>
                      <a:r>
                        <a:rPr lang="en-US" dirty="0"/>
                        <a:t>Discoverability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Likelihood of event</a:t>
                      </a:r>
                    </a:p>
                    <a:p>
                      <a:r>
                        <a:rPr lang="en-US" dirty="0"/>
                        <a:t>Potential damage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Exploitability</a:t>
                      </a:r>
                    </a:p>
                    <a:p>
                      <a:r>
                        <a:rPr lang="en-US" dirty="0"/>
                        <a:t>Impact</a:t>
                      </a:r>
                    </a:p>
                    <a:p>
                      <a:r>
                        <a:rPr lang="en-US" dirty="0"/>
                        <a:t>Temporal</a:t>
                      </a:r>
                    </a:p>
                    <a:p>
                      <a:r>
                        <a:rPr lang="en-US" dirty="0"/>
                        <a:t>Environmental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84335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 each on simple scale.  Total determines priority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Coarse grain buckets for simple matrix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 on groups.  Scores weighted.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4270061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Primary use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bug fixing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 team(s) setting priority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Patching priority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772302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Open Group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NIST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775197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025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OCTAVE – All risk not just cyber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u="sng" dirty="0">
                <a:hlinkClick r:id="rId2"/>
              </a:rPr>
              <a:t>http://www.cert.org/resilience/products-services/octave/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Must be ready to continue operations and meet their mission when disruption occurs.</a:t>
            </a:r>
          </a:p>
          <a:p>
            <a:r>
              <a:rPr lang="en-US" dirty="0"/>
              <a:t>Organizations must take a structured approach to managing security risks, business continuity, and information technology operations within the context of their business objectives.</a:t>
            </a:r>
          </a:p>
          <a:p>
            <a:r>
              <a:rPr lang="en-US" dirty="0"/>
              <a:t>Focus on managing risk to critical assets by optimizing both protection and continuity strategies to prepare for a broad range of outcomes. </a:t>
            </a:r>
          </a:p>
        </p:txBody>
      </p:sp>
    </p:spTree>
    <p:extLst>
      <p:ext uri="{BB962C8B-B14F-4D97-AF65-F5344CB8AC3E}">
        <p14:creationId xmlns:p14="http://schemas.microsoft.com/office/powerpoint/2010/main" val="4219357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OCTAVE Simplified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1" y="990601"/>
            <a:ext cx="9179050" cy="515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31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threat scenario</a:t>
            </a:r>
          </a:p>
          <a:p>
            <a:r>
              <a:rPr lang="en-US" dirty="0"/>
              <a:t>Consider all four dimensions</a:t>
            </a:r>
          </a:p>
          <a:p>
            <a:pPr lvl="1"/>
            <a:r>
              <a:rPr lang="en-US" dirty="0"/>
              <a:t>Impact</a:t>
            </a:r>
          </a:p>
          <a:p>
            <a:pPr lvl="1"/>
            <a:r>
              <a:rPr lang="en-US" dirty="0"/>
              <a:t>Adversary’s</a:t>
            </a:r>
          </a:p>
          <a:p>
            <a:pPr lvl="2"/>
            <a:r>
              <a:rPr lang="en-US" dirty="0"/>
              <a:t>Motivations</a:t>
            </a:r>
          </a:p>
          <a:p>
            <a:pPr lvl="2"/>
            <a:r>
              <a:rPr lang="en-US" dirty="0"/>
              <a:t>Resources</a:t>
            </a:r>
          </a:p>
          <a:p>
            <a:pPr lvl="2"/>
            <a:r>
              <a:rPr lang="en-US" dirty="0"/>
              <a:t>Approach</a:t>
            </a:r>
          </a:p>
          <a:p>
            <a:r>
              <a:rPr lang="en-US" dirty="0"/>
              <a:t>Must include some aspect of cyber security</a:t>
            </a:r>
          </a:p>
          <a:p>
            <a:r>
              <a:rPr lang="en-US" dirty="0"/>
              <a:t>Use card decks for ideas</a:t>
            </a:r>
          </a:p>
        </p:txBody>
      </p:sp>
    </p:spTree>
    <p:extLst>
      <p:ext uri="{BB962C8B-B14F-4D97-AF65-F5344CB8AC3E}">
        <p14:creationId xmlns:p14="http://schemas.microsoft.com/office/powerpoint/2010/main" val="6254139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exercise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scenario that might keep Brian Gaon awake at night.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UNH, Keene, Plymouth, Granite State</a:t>
            </a:r>
          </a:p>
          <a:p>
            <a:pPr lvl="1"/>
            <a:r>
              <a:rPr lang="en-US" dirty="0"/>
              <a:t>28K students, &gt;$1B economic impact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057400"/>
            <a:ext cx="6954220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64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exercise #2</a:t>
            </a:r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14400"/>
            <a:ext cx="9150206" cy="5572373"/>
          </a:xfrm>
        </p:spPr>
      </p:pic>
    </p:spTree>
    <p:extLst>
      <p:ext uri="{BB962C8B-B14F-4D97-AF65-F5344CB8AC3E}">
        <p14:creationId xmlns:p14="http://schemas.microsoft.com/office/powerpoint/2010/main" val="2228615092"/>
      </p:ext>
    </p:extLst>
  </p:cSld>
  <p:clrMapOvr>
    <a:masterClrMapping/>
  </p:clrMapOvr>
</p:sld>
</file>

<file path=ppt/theme/theme1.xml><?xml version="1.0" encoding="utf-8"?>
<a:theme xmlns:a="http://schemas.openxmlformats.org/drawingml/2006/main" name="IT66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1" id="{E6424F00-CB15-469C-8ED9-E12AE889829C}" vid="{5DE17743-287A-437B-9EC9-957D32FAF4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48B0CB13E69F42B54D3DE424488AFE" ma:contentTypeVersion="13" ma:contentTypeDescription="Create a new document." ma:contentTypeScope="" ma:versionID="c580b450af3975084ea9d9a74b1aa1c3">
  <xsd:schema xmlns:xsd="http://www.w3.org/2001/XMLSchema" xmlns:xs="http://www.w3.org/2001/XMLSchema" xmlns:p="http://schemas.microsoft.com/office/2006/metadata/properties" xmlns:ns3="6e27e843-6876-4ec5-817f-dbc394bc1606" xmlns:ns4="1ea98ed5-bdea-415e-9a90-b2f6afa71452" targetNamespace="http://schemas.microsoft.com/office/2006/metadata/properties" ma:root="true" ma:fieldsID="ee979d553edbfea5e3efbc24595909db" ns3:_="" ns4:_="">
    <xsd:import namespace="6e27e843-6876-4ec5-817f-dbc394bc1606"/>
    <xsd:import namespace="1ea98ed5-bdea-415e-9a90-b2f6afa714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7e843-6876-4ec5-817f-dbc394bc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98ed5-bdea-415e-9a90-b2f6afa714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9EDA2D-2D25-4C9B-B388-2626A106A5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B4A837-8F3B-4881-BE2E-1CD30F9388A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72F2E2A-6D82-4B29-B9EA-9BB67068FB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27e843-6876-4ec5-817f-dbc394bc1606"/>
    <ds:schemaRef ds:uri="1ea98ed5-bdea-415e-9a90-b2f6afa714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UNH-lecture-template</Template>
  <TotalTime>68</TotalTime>
  <Words>3197</Words>
  <Application>Microsoft Office PowerPoint</Application>
  <PresentationFormat>Widescreen</PresentationFormat>
  <Paragraphs>655</Paragraphs>
  <Slides>52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inherit</vt:lpstr>
      <vt:lpstr>Times New Roman</vt:lpstr>
      <vt:lpstr>Webdings</vt:lpstr>
      <vt:lpstr>IT666</vt:lpstr>
      <vt:lpstr>Visio</vt:lpstr>
      <vt:lpstr>PowerPoint Presentation</vt:lpstr>
      <vt:lpstr>Attacks have changed, prevention principles have not.</vt:lpstr>
      <vt:lpstr>Secure Development  (Vague, Incomplete)</vt:lpstr>
      <vt:lpstr>Coding is just one phase in the process</vt:lpstr>
      <vt:lpstr>MICROSOFT - Security Development Lifecycle Process</vt:lpstr>
      <vt:lpstr>Agile Process</vt:lpstr>
      <vt:lpstr>Agile Methodologies</vt:lpstr>
      <vt:lpstr>Scrum-specific Terminology</vt:lpstr>
      <vt:lpstr>Agile Roles</vt:lpstr>
      <vt:lpstr>Agile User Stories</vt:lpstr>
      <vt:lpstr>PowerPoint Presentation</vt:lpstr>
      <vt:lpstr>PowerPoint Presentation</vt:lpstr>
      <vt:lpstr>Class Exercises</vt:lpstr>
      <vt:lpstr>Open Source Security</vt:lpstr>
      <vt:lpstr>Impact of Schedules</vt:lpstr>
      <vt:lpstr>Impact of Money</vt:lpstr>
      <vt:lpstr>Design generating negative tests - HAZOP</vt:lpstr>
      <vt:lpstr>Scaled Agile Framework: https://www.scaledagileframework.com/ </vt:lpstr>
      <vt:lpstr>Dev Sec Ops</vt:lpstr>
      <vt:lpstr>DevOps: https://www.sans.org/security-resources/posters/secure-devops-toolchain-swat-checklist/60/download</vt:lpstr>
      <vt:lpstr>DevSecOps Behaviors</vt:lpstr>
      <vt:lpstr>PowerPoint Presentation</vt:lpstr>
      <vt:lpstr>Threat Model – STRIDE (Microsoft)</vt:lpstr>
      <vt:lpstr>STRIDE Threats by Type</vt:lpstr>
      <vt:lpstr>Threat type: Spoofing Applies to: Entities &amp; Processes</vt:lpstr>
      <vt:lpstr>Threat Type: Tampering Applies to: Data, Flows, Processes</vt:lpstr>
      <vt:lpstr>Threat Type: Repudiation Applies to: Entities &amp; Processes</vt:lpstr>
      <vt:lpstr>Threat type: Information Disclosure Applies to: Data, Flows, Processes</vt:lpstr>
      <vt:lpstr>Threat type: DoS Applies to: Data, Flows, Processes</vt:lpstr>
      <vt:lpstr>Threat Type: Elevation of Privilege Applies to: Processes</vt:lpstr>
      <vt:lpstr>Example</vt:lpstr>
      <vt:lpstr>PowerPoint Presentation</vt:lpstr>
      <vt:lpstr>Risk Management Strategies</vt:lpstr>
      <vt:lpstr>Risk Model – DREAD (Microsoft)</vt:lpstr>
      <vt:lpstr>DREAD evaluation of Heartbleed (scale 1-10)</vt:lpstr>
      <vt:lpstr>FAIR</vt:lpstr>
      <vt:lpstr>FAIR Lite</vt:lpstr>
      <vt:lpstr>FAIR lite</vt:lpstr>
      <vt:lpstr>FAIR lite</vt:lpstr>
      <vt:lpstr>Heartbleed</vt:lpstr>
      <vt:lpstr>Putting Loss (Impact) Into Perspective</vt:lpstr>
      <vt:lpstr>What’s The Risk?</vt:lpstr>
      <vt:lpstr>National Vulnerability Database - NVD</vt:lpstr>
      <vt:lpstr>https://nvd.nist.gov/vuln-metrics/cvss/v3-calculator </vt:lpstr>
      <vt:lpstr>UNH – Heartbleed</vt:lpstr>
      <vt:lpstr>Liberty Mutual – Heartbleed</vt:lpstr>
      <vt:lpstr>Risk Model Comparison</vt:lpstr>
      <vt:lpstr>OCTAVE – All risk not just cyber</vt:lpstr>
      <vt:lpstr>OCTAVE Simplified</vt:lpstr>
      <vt:lpstr>Team exercise</vt:lpstr>
      <vt:lpstr>Team exercise #1</vt:lpstr>
      <vt:lpstr>Team exercise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Graf</dc:creator>
  <cp:lastModifiedBy>Ken Graf</cp:lastModifiedBy>
  <cp:revision>14</cp:revision>
  <cp:lastPrinted>2015-03-25T21:04:44Z</cp:lastPrinted>
  <dcterms:created xsi:type="dcterms:W3CDTF">2020-01-07T22:06:18Z</dcterms:created>
  <dcterms:modified xsi:type="dcterms:W3CDTF">2020-01-20T17:04:07Z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0x010100BD48B0CB13E69F42B54D3DE424488AFE</vt:lpwstr>
  </property>
</Properties>
</file>