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30"/>
  </p:notesMasterIdLst>
  <p:sldIdLst>
    <p:sldId id="267" r:id="rId5"/>
    <p:sldId id="347" r:id="rId6"/>
    <p:sldId id="289" r:id="rId7"/>
    <p:sldId id="290" r:id="rId8"/>
    <p:sldId id="280" r:id="rId9"/>
    <p:sldId id="281" r:id="rId10"/>
    <p:sldId id="282" r:id="rId11"/>
    <p:sldId id="276" r:id="rId12"/>
    <p:sldId id="277" r:id="rId13"/>
    <p:sldId id="278" r:id="rId14"/>
    <p:sldId id="279" r:id="rId15"/>
    <p:sldId id="284" r:id="rId16"/>
    <p:sldId id="270" r:id="rId17"/>
    <p:sldId id="273" r:id="rId18"/>
    <p:sldId id="261" r:id="rId19"/>
    <p:sldId id="260" r:id="rId20"/>
    <p:sldId id="262" r:id="rId21"/>
    <p:sldId id="263" r:id="rId22"/>
    <p:sldId id="264" r:id="rId23"/>
    <p:sldId id="274" r:id="rId24"/>
    <p:sldId id="345" r:id="rId25"/>
    <p:sldId id="346" r:id="rId26"/>
    <p:sldId id="265" r:id="rId27"/>
    <p:sldId id="275" r:id="rId28"/>
    <p:sldId id="268" r:id="rId2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2" autoAdjust="0"/>
    <p:restoredTop sz="91275" autoAdjust="0"/>
  </p:normalViewPr>
  <p:slideViewPr>
    <p:cSldViewPr>
      <p:cViewPr varScale="1">
        <p:scale>
          <a:sx n="67" d="100"/>
          <a:sy n="67" d="100"/>
        </p:scale>
        <p:origin x="84" y="3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11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" userId="d1890dd4-deb6-4a9b-a156-5113ac77bda8" providerId="ADAL" clId="{413456FE-1D3B-4469-8B24-F9B4A5411C92}"/>
    <pc:docChg chg="custSel delSld modSld sldOrd">
      <pc:chgData name="Kenneth" userId="d1890dd4-deb6-4a9b-a156-5113ac77bda8" providerId="ADAL" clId="{413456FE-1D3B-4469-8B24-F9B4A5411C92}" dt="2020-04-06T19:48:23.029" v="8" actId="313"/>
      <pc:docMkLst>
        <pc:docMk/>
      </pc:docMkLst>
      <pc:sldChg chg="ord">
        <pc:chgData name="Kenneth" userId="d1890dd4-deb6-4a9b-a156-5113ac77bda8" providerId="ADAL" clId="{413456FE-1D3B-4469-8B24-F9B4A5411C92}" dt="2020-04-06T19:47:13.328" v="7"/>
        <pc:sldMkLst>
          <pc:docMk/>
          <pc:sldMk cId="1731886551" sldId="261"/>
        </pc:sldMkLst>
      </pc:sldChg>
      <pc:sldChg chg="delSp">
        <pc:chgData name="Kenneth" userId="d1890dd4-deb6-4a9b-a156-5113ac77bda8" providerId="ADAL" clId="{413456FE-1D3B-4469-8B24-F9B4A5411C92}" dt="2020-04-06T19:39:19.369" v="4" actId="478"/>
        <pc:sldMkLst>
          <pc:docMk/>
          <pc:sldMk cId="2633910074" sldId="270"/>
        </pc:sldMkLst>
        <pc:spChg chg="del">
          <ac:chgData name="Kenneth" userId="d1890dd4-deb6-4a9b-a156-5113ac77bda8" providerId="ADAL" clId="{413456FE-1D3B-4469-8B24-F9B4A5411C92}" dt="2020-04-06T19:39:19.369" v="4" actId="478"/>
          <ac:spMkLst>
            <pc:docMk/>
            <pc:sldMk cId="2633910074" sldId="270"/>
            <ac:spMk id="3" creationId="{CAD4E4D7-9359-43BD-8615-0E65FBEFB3AB}"/>
          </ac:spMkLst>
        </pc:spChg>
      </pc:sldChg>
      <pc:sldChg chg="modSp del">
        <pc:chgData name="Kenneth" userId="d1890dd4-deb6-4a9b-a156-5113ac77bda8" providerId="ADAL" clId="{413456FE-1D3B-4469-8B24-F9B4A5411C92}" dt="2020-04-06T19:39:23.486" v="5" actId="47"/>
        <pc:sldMkLst>
          <pc:docMk/>
          <pc:sldMk cId="984425865" sldId="272"/>
        </pc:sldMkLst>
        <pc:picChg chg="mod">
          <ac:chgData name="Kenneth" userId="d1890dd4-deb6-4a9b-a156-5113ac77bda8" providerId="ADAL" clId="{413456FE-1D3B-4469-8B24-F9B4A5411C92}" dt="2020-04-06T19:37:30.472" v="3" actId="14100"/>
          <ac:picMkLst>
            <pc:docMk/>
            <pc:sldMk cId="984425865" sldId="272"/>
            <ac:picMk id="4" creationId="{C86D46EC-BD44-44CA-B7CC-FBC48FA9379E}"/>
          </ac:picMkLst>
        </pc:picChg>
      </pc:sldChg>
      <pc:sldChg chg="modSp">
        <pc:chgData name="Kenneth" userId="d1890dd4-deb6-4a9b-a156-5113ac77bda8" providerId="ADAL" clId="{413456FE-1D3B-4469-8B24-F9B4A5411C92}" dt="2020-04-06T19:48:23.029" v="8" actId="313"/>
        <pc:sldMkLst>
          <pc:docMk/>
          <pc:sldMk cId="311517280" sldId="275"/>
        </pc:sldMkLst>
        <pc:spChg chg="mod">
          <ac:chgData name="Kenneth" userId="d1890dd4-deb6-4a9b-a156-5113ac77bda8" providerId="ADAL" clId="{413456FE-1D3B-4469-8B24-F9B4A5411C92}" dt="2020-04-06T19:48:23.029" v="8" actId="313"/>
          <ac:spMkLst>
            <pc:docMk/>
            <pc:sldMk cId="311517280" sldId="275"/>
            <ac:spMk id="3" creationId="{6FEBAACC-7A3A-4CBF-8B06-13BD5DFCDF9E}"/>
          </ac:spMkLst>
        </pc:spChg>
      </pc:sldChg>
      <pc:sldChg chg="delSp">
        <pc:chgData name="Kenneth" userId="d1890dd4-deb6-4a9b-a156-5113ac77bda8" providerId="ADAL" clId="{413456FE-1D3B-4469-8B24-F9B4A5411C92}" dt="2020-04-06T19:36:52.344" v="1" actId="478"/>
        <pc:sldMkLst>
          <pc:docMk/>
          <pc:sldMk cId="1097225050" sldId="278"/>
        </pc:sldMkLst>
        <pc:spChg chg="del">
          <ac:chgData name="Kenneth" userId="d1890dd4-deb6-4a9b-a156-5113ac77bda8" providerId="ADAL" clId="{413456FE-1D3B-4469-8B24-F9B4A5411C92}" dt="2020-04-06T19:36:52.344" v="1" actId="478"/>
          <ac:spMkLst>
            <pc:docMk/>
            <pc:sldMk cId="1097225050" sldId="278"/>
            <ac:spMk id="3" creationId="{6F4C86E4-7D36-4501-8F5F-CBDAB68B64E5}"/>
          </ac:spMkLst>
        </pc:spChg>
        <pc:spChg chg="del">
          <ac:chgData name="Kenneth" userId="d1890dd4-deb6-4a9b-a156-5113ac77bda8" providerId="ADAL" clId="{413456FE-1D3B-4469-8B24-F9B4A5411C92}" dt="2020-04-06T19:36:34.167" v="0" actId="478"/>
          <ac:spMkLst>
            <pc:docMk/>
            <pc:sldMk cId="1097225050" sldId="278"/>
            <ac:spMk id="4" creationId="{743CC503-C3A6-4B24-84F6-325545F8C5B1}"/>
          </ac:spMkLst>
        </pc:spChg>
      </pc:sldChg>
    </pc:docChg>
  </pc:docChgLst>
  <pc:docChgLst>
    <pc:chgData name="Kenneth Graf" userId="d1890dd4-deb6-4a9b-a156-5113ac77bda8" providerId="ADAL" clId="{54CB2194-72D1-4118-88EF-C12A91156618}"/>
    <pc:docChg chg="custSel addSld delSld modSld sldOrd">
      <pc:chgData name="Kenneth Graf" userId="d1890dd4-deb6-4a9b-a156-5113ac77bda8" providerId="ADAL" clId="{54CB2194-72D1-4118-88EF-C12A91156618}" dt="2020-01-19T15:27:17.125" v="190" actId="20577"/>
      <pc:docMkLst>
        <pc:docMk/>
      </pc:docMkLst>
      <pc:sldChg chg="addSp modSp add del">
        <pc:chgData name="Kenneth Graf" userId="d1890dd4-deb6-4a9b-a156-5113ac77bda8" providerId="ADAL" clId="{54CB2194-72D1-4118-88EF-C12A91156618}" dt="2020-01-09T05:15:18.560" v="8" actId="47"/>
        <pc:sldMkLst>
          <pc:docMk/>
          <pc:sldMk cId="2281813583" sldId="258"/>
        </pc:sldMkLst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2281813583" sldId="258"/>
            <ac:spMk id="2" creationId="{8F3A88E0-0819-4935-BDA3-AB502DE41E29}"/>
          </ac:spMkLst>
        </pc:spChg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2281813583" sldId="258"/>
            <ac:spMk id="3" creationId="{BC930FCC-718D-483E-BB83-7AD1596B9117}"/>
          </ac:spMkLst>
        </pc:spChg>
      </pc:sldChg>
      <pc:sldChg chg="addSp delSp modSp add del">
        <pc:chgData name="Kenneth Graf" userId="d1890dd4-deb6-4a9b-a156-5113ac77bda8" providerId="ADAL" clId="{54CB2194-72D1-4118-88EF-C12A91156618}" dt="2020-01-09T05:15:21.381" v="9" actId="47"/>
        <pc:sldMkLst>
          <pc:docMk/>
          <pc:sldMk cId="3573651677" sldId="259"/>
        </pc:sldMkLst>
        <pc:spChg chg="del">
          <ac:chgData name="Kenneth Graf" userId="d1890dd4-deb6-4a9b-a156-5113ac77bda8" providerId="ADAL" clId="{54CB2194-72D1-4118-88EF-C12A91156618}" dt="2020-01-09T05:15:06.583" v="5"/>
          <ac:spMkLst>
            <pc:docMk/>
            <pc:sldMk cId="3573651677" sldId="259"/>
            <ac:spMk id="2" creationId="{00000000-0000-0000-0000-000000000000}"/>
          </ac:spMkLst>
        </pc:spChg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3573651677" sldId="259"/>
            <ac:spMk id="3" creationId="{3B6804B5-4FF1-49DE-BEA2-185284C4FD05}"/>
          </ac:spMkLst>
        </pc:spChg>
      </pc:sldChg>
      <pc:sldChg chg="modSp add">
        <pc:chgData name="Kenneth Graf" userId="d1890dd4-deb6-4a9b-a156-5113ac77bda8" providerId="ADAL" clId="{54CB2194-72D1-4118-88EF-C12A91156618}" dt="2020-01-09T05:15:01.357" v="1" actId="27636"/>
        <pc:sldMkLst>
          <pc:docMk/>
          <pc:sldMk cId="106126554" sldId="260"/>
        </pc:sldMkLst>
        <pc:spChg chg="mod">
          <ac:chgData name="Kenneth Graf" userId="d1890dd4-deb6-4a9b-a156-5113ac77bda8" providerId="ADAL" clId="{54CB2194-72D1-4118-88EF-C12A91156618}" dt="2020-01-09T05:15:01.357" v="1" actId="27636"/>
          <ac:spMkLst>
            <pc:docMk/>
            <pc:sldMk cId="106126554" sldId="260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54CB2194-72D1-4118-88EF-C12A91156618}" dt="2020-01-09T05:15:01.368" v="2" actId="27636"/>
        <pc:sldMkLst>
          <pc:docMk/>
          <pc:sldMk cId="1731886551" sldId="261"/>
        </pc:sldMkLst>
        <pc:spChg chg="mod">
          <ac:chgData name="Kenneth Graf" userId="d1890dd4-deb6-4a9b-a156-5113ac77bda8" providerId="ADAL" clId="{54CB2194-72D1-4118-88EF-C12A91156618}" dt="2020-01-09T05:15:01.368" v="2" actId="27636"/>
          <ac:spMkLst>
            <pc:docMk/>
            <pc:sldMk cId="1731886551" sldId="261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54CB2194-72D1-4118-88EF-C12A91156618}" dt="2020-01-09T05:15:01.375" v="3" actId="27636"/>
        <pc:sldMkLst>
          <pc:docMk/>
          <pc:sldMk cId="4157110172" sldId="262"/>
        </pc:sldMkLst>
        <pc:spChg chg="mod">
          <ac:chgData name="Kenneth Graf" userId="d1890dd4-deb6-4a9b-a156-5113ac77bda8" providerId="ADAL" clId="{54CB2194-72D1-4118-88EF-C12A91156618}" dt="2020-01-09T05:15:01.375" v="3" actId="27636"/>
          <ac:spMkLst>
            <pc:docMk/>
            <pc:sldMk cId="4157110172" sldId="262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54CB2194-72D1-4118-88EF-C12A91156618}" dt="2020-01-09T05:15:06.620" v="6" actId="27636"/>
        <pc:sldMkLst>
          <pc:docMk/>
          <pc:sldMk cId="1824149471" sldId="263"/>
        </pc:sldMkLst>
        <pc:spChg chg="mod">
          <ac:chgData name="Kenneth Graf" userId="d1890dd4-deb6-4a9b-a156-5113ac77bda8" providerId="ADAL" clId="{54CB2194-72D1-4118-88EF-C12A91156618}" dt="2020-01-09T05:15:06.620" v="6" actId="27636"/>
          <ac:spMkLst>
            <pc:docMk/>
            <pc:sldMk cId="1824149471" sldId="263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54CB2194-72D1-4118-88EF-C12A91156618}" dt="2020-01-09T05:15:01.277" v="0"/>
        <pc:sldMkLst>
          <pc:docMk/>
          <pc:sldMk cId="966232665" sldId="264"/>
        </pc:sldMkLst>
      </pc:sldChg>
      <pc:sldChg chg="modSp add">
        <pc:chgData name="Kenneth Graf" userId="d1890dd4-deb6-4a9b-a156-5113ac77bda8" providerId="ADAL" clId="{54CB2194-72D1-4118-88EF-C12A91156618}" dt="2020-01-09T05:15:01.385" v="4" actId="27636"/>
        <pc:sldMkLst>
          <pc:docMk/>
          <pc:sldMk cId="1402205681" sldId="265"/>
        </pc:sldMkLst>
        <pc:spChg chg="mod">
          <ac:chgData name="Kenneth Graf" userId="d1890dd4-deb6-4a9b-a156-5113ac77bda8" providerId="ADAL" clId="{54CB2194-72D1-4118-88EF-C12A91156618}" dt="2020-01-09T05:15:01.385" v="4" actId="27636"/>
          <ac:spMkLst>
            <pc:docMk/>
            <pc:sldMk cId="1402205681" sldId="265"/>
            <ac:spMk id="3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54CB2194-72D1-4118-88EF-C12A91156618}" dt="2020-01-19T15:18:16.935" v="106" actId="47"/>
        <pc:sldMkLst>
          <pc:docMk/>
          <pc:sldMk cId="2354539537" sldId="266"/>
        </pc:sldMkLst>
        <pc:spChg chg="add del mod">
          <ac:chgData name="Kenneth Graf" userId="d1890dd4-deb6-4a9b-a156-5113ac77bda8" providerId="ADAL" clId="{54CB2194-72D1-4118-88EF-C12A91156618}" dt="2020-01-19T15:17:52.606" v="104" actId="478"/>
          <ac:spMkLst>
            <pc:docMk/>
            <pc:sldMk cId="2354539537" sldId="266"/>
            <ac:spMk id="3" creationId="{DB3746A9-139B-40BF-A9B8-B2788BD5B285}"/>
          </ac:spMkLst>
        </pc:spChg>
        <pc:picChg chg="del">
          <ac:chgData name="Kenneth Graf" userId="d1890dd4-deb6-4a9b-a156-5113ac77bda8" providerId="ADAL" clId="{54CB2194-72D1-4118-88EF-C12A91156618}" dt="2020-01-19T15:18:14.540" v="105" actId="478"/>
          <ac:picMkLst>
            <pc:docMk/>
            <pc:sldMk cId="2354539537" sldId="266"/>
            <ac:picMk id="1026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54CB2194-72D1-4118-88EF-C12A91156618}" dt="2020-01-09T05:15:13.033" v="7" actId="47"/>
        <pc:sldMkLst>
          <pc:docMk/>
          <pc:sldMk cId="3596224933" sldId="266"/>
        </pc:sldMkLst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3596224933" sldId="266"/>
            <ac:spMk id="2" creationId="{EA41FB6C-4AA8-4924-8FC6-AD4E133C5E0A}"/>
          </ac:spMkLst>
        </pc:spChg>
        <pc:spChg chg="del">
          <ac:chgData name="Kenneth Graf" userId="d1890dd4-deb6-4a9b-a156-5113ac77bda8" providerId="ADAL" clId="{54CB2194-72D1-4118-88EF-C12A91156618}" dt="2020-01-09T05:15:06.583" v="5"/>
          <ac:spMkLst>
            <pc:docMk/>
            <pc:sldMk cId="3596224933" sldId="266"/>
            <ac:spMk id="4" creationId="{00000000-0000-0000-0000-000000000000}"/>
          </ac:spMkLst>
        </pc:spChg>
      </pc:sldChg>
      <pc:sldChg chg="modSp add">
        <pc:chgData name="Kenneth Graf" userId="d1890dd4-deb6-4a9b-a156-5113ac77bda8" providerId="ADAL" clId="{54CB2194-72D1-4118-88EF-C12A91156618}" dt="2020-01-19T15:04:56.575" v="24" actId="1076"/>
        <pc:sldMkLst>
          <pc:docMk/>
          <pc:sldMk cId="3080345760" sldId="268"/>
        </pc:sldMkLst>
        <pc:picChg chg="mod">
          <ac:chgData name="Kenneth Graf" userId="d1890dd4-deb6-4a9b-a156-5113ac77bda8" providerId="ADAL" clId="{54CB2194-72D1-4118-88EF-C12A91156618}" dt="2020-01-19T15:04:56.575" v="24" actId="1076"/>
          <ac:picMkLst>
            <pc:docMk/>
            <pc:sldMk cId="3080345760" sldId="268"/>
            <ac:picMk id="4" creationId="{00000000-0000-0000-0000-000000000000}"/>
          </ac:picMkLst>
        </pc:picChg>
      </pc:sldChg>
      <pc:sldChg chg="addSp delSp modSp add">
        <pc:chgData name="Kenneth Graf" userId="d1890dd4-deb6-4a9b-a156-5113ac77bda8" providerId="ADAL" clId="{54CB2194-72D1-4118-88EF-C12A91156618}" dt="2020-01-09T05:15:34.922" v="11" actId="1076"/>
        <pc:sldMkLst>
          <pc:docMk/>
          <pc:sldMk cId="2633910074" sldId="270"/>
        </pc:sldMkLst>
        <pc:spChg chg="del">
          <ac:chgData name="Kenneth Graf" userId="d1890dd4-deb6-4a9b-a156-5113ac77bda8" providerId="ADAL" clId="{54CB2194-72D1-4118-88EF-C12A91156618}" dt="2020-01-09T05:15:06.583" v="5"/>
          <ac:spMkLst>
            <pc:docMk/>
            <pc:sldMk cId="2633910074" sldId="270"/>
            <ac:spMk id="2" creationId="{9A85B1C7-7251-40EE-AF15-B59B3D22320B}"/>
          </ac:spMkLst>
        </pc:spChg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2633910074" sldId="270"/>
            <ac:spMk id="3" creationId="{CAD4E4D7-9359-43BD-8615-0E65FBEFB3AB}"/>
          </ac:spMkLst>
        </pc:spChg>
        <pc:picChg chg="mod">
          <ac:chgData name="Kenneth Graf" userId="d1890dd4-deb6-4a9b-a156-5113ac77bda8" providerId="ADAL" clId="{54CB2194-72D1-4118-88EF-C12A91156618}" dt="2020-01-09T05:15:34.922" v="11" actId="1076"/>
          <ac:picMkLst>
            <pc:docMk/>
            <pc:sldMk cId="2633910074" sldId="270"/>
            <ac:picMk id="4" creationId="{96C35681-9DA4-4110-95C1-BF57CB5002B0}"/>
          </ac:picMkLst>
        </pc:picChg>
      </pc:sldChg>
      <pc:sldChg chg="addSp delSp modSp add">
        <pc:chgData name="Kenneth Graf" userId="d1890dd4-deb6-4a9b-a156-5113ac77bda8" providerId="ADAL" clId="{54CB2194-72D1-4118-88EF-C12A91156618}" dt="2020-01-19T15:06:03.829" v="27" actId="1076"/>
        <pc:sldMkLst>
          <pc:docMk/>
          <pc:sldMk cId="984425865" sldId="272"/>
        </pc:sldMkLst>
        <pc:spChg chg="del">
          <ac:chgData name="Kenneth Graf" userId="d1890dd4-deb6-4a9b-a156-5113ac77bda8" providerId="ADAL" clId="{54CB2194-72D1-4118-88EF-C12A91156618}" dt="2020-01-09T05:15:06.583" v="5"/>
          <ac:spMkLst>
            <pc:docMk/>
            <pc:sldMk cId="984425865" sldId="272"/>
            <ac:spMk id="2" creationId="{BD739BAC-223C-43BB-9A6F-F2A0C0000C3E}"/>
          </ac:spMkLst>
        </pc:spChg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984425865" sldId="272"/>
            <ac:spMk id="3" creationId="{F1C1E4C8-7D19-48DA-8B33-B9D1221BC12D}"/>
          </ac:spMkLst>
        </pc:spChg>
        <pc:picChg chg="mod">
          <ac:chgData name="Kenneth Graf" userId="d1890dd4-deb6-4a9b-a156-5113ac77bda8" providerId="ADAL" clId="{54CB2194-72D1-4118-88EF-C12A91156618}" dt="2020-01-19T15:06:03.829" v="27" actId="1076"/>
          <ac:picMkLst>
            <pc:docMk/>
            <pc:sldMk cId="984425865" sldId="272"/>
            <ac:picMk id="4" creationId="{C86D46EC-BD44-44CA-B7CC-FBC48FA9379E}"/>
          </ac:picMkLst>
        </pc:picChg>
      </pc:sldChg>
      <pc:sldChg chg="addSp delSp modSp add">
        <pc:chgData name="Kenneth Graf" userId="d1890dd4-deb6-4a9b-a156-5113ac77bda8" providerId="ADAL" clId="{54CB2194-72D1-4118-88EF-C12A91156618}" dt="2020-01-09T05:15:57.951" v="14" actId="1076"/>
        <pc:sldMkLst>
          <pc:docMk/>
          <pc:sldMk cId="723428902" sldId="273"/>
        </pc:sldMkLst>
        <pc:spChg chg="del">
          <ac:chgData name="Kenneth Graf" userId="d1890dd4-deb6-4a9b-a156-5113ac77bda8" providerId="ADAL" clId="{54CB2194-72D1-4118-88EF-C12A91156618}" dt="2020-01-09T05:15:06.583" v="5"/>
          <ac:spMkLst>
            <pc:docMk/>
            <pc:sldMk cId="723428902" sldId="273"/>
            <ac:spMk id="2" creationId="{0745EB47-6D0E-44FC-B3CC-D8ABA0D32A31}"/>
          </ac:spMkLst>
        </pc:spChg>
        <pc:spChg chg="add mod">
          <ac:chgData name="Kenneth Graf" userId="d1890dd4-deb6-4a9b-a156-5113ac77bda8" providerId="ADAL" clId="{54CB2194-72D1-4118-88EF-C12A91156618}" dt="2020-01-09T05:15:06.583" v="5"/>
          <ac:spMkLst>
            <pc:docMk/>
            <pc:sldMk cId="723428902" sldId="273"/>
            <ac:spMk id="3" creationId="{EEC072B2-77D8-4AC1-B34E-5808CE4D2BE8}"/>
          </ac:spMkLst>
        </pc:spChg>
        <pc:picChg chg="mod">
          <ac:chgData name="Kenneth Graf" userId="d1890dd4-deb6-4a9b-a156-5113ac77bda8" providerId="ADAL" clId="{54CB2194-72D1-4118-88EF-C12A91156618}" dt="2020-01-09T05:15:57.951" v="14" actId="1076"/>
          <ac:picMkLst>
            <pc:docMk/>
            <pc:sldMk cId="723428902" sldId="273"/>
            <ac:picMk id="4" creationId="{291E3359-D758-488F-91D4-6607F129D768}"/>
          </ac:picMkLst>
        </pc:picChg>
      </pc:sldChg>
      <pc:sldChg chg="modSp add">
        <pc:chgData name="Kenneth Graf" userId="d1890dd4-deb6-4a9b-a156-5113ac77bda8" providerId="ADAL" clId="{54CB2194-72D1-4118-88EF-C12A91156618}" dt="2020-01-19T15:04:34.593" v="21" actId="1076"/>
        <pc:sldMkLst>
          <pc:docMk/>
          <pc:sldMk cId="3182142232" sldId="274"/>
        </pc:sldMkLst>
        <pc:picChg chg="mod">
          <ac:chgData name="Kenneth Graf" userId="d1890dd4-deb6-4a9b-a156-5113ac77bda8" providerId="ADAL" clId="{54CB2194-72D1-4118-88EF-C12A91156618}" dt="2020-01-19T15:04:34.593" v="21" actId="1076"/>
          <ac:picMkLst>
            <pc:docMk/>
            <pc:sldMk cId="3182142232" sldId="274"/>
            <ac:picMk id="4" creationId="{00000000-0000-0000-0000-000000000000}"/>
          </ac:picMkLst>
        </pc:picChg>
      </pc:sldChg>
      <pc:sldChg chg="add">
        <pc:chgData name="Kenneth Graf" userId="d1890dd4-deb6-4a9b-a156-5113ac77bda8" providerId="ADAL" clId="{54CB2194-72D1-4118-88EF-C12A91156618}" dt="2020-01-09T05:15:01.277" v="0"/>
        <pc:sldMkLst>
          <pc:docMk/>
          <pc:sldMk cId="311517280" sldId="275"/>
        </pc:sldMkLst>
      </pc:sldChg>
      <pc:sldChg chg="addSp delSp modSp add">
        <pc:chgData name="Kenneth Graf" userId="d1890dd4-deb6-4a9b-a156-5113ac77bda8" providerId="ADAL" clId="{54CB2194-72D1-4118-88EF-C12A91156618}" dt="2020-01-09T05:20:25.960" v="17"/>
        <pc:sldMkLst>
          <pc:docMk/>
          <pc:sldMk cId="1753869309" sldId="276"/>
        </pc:sldMkLst>
        <pc:spChg chg="add del mod">
          <ac:chgData name="Kenneth Graf" userId="d1890dd4-deb6-4a9b-a156-5113ac77bda8" providerId="ADAL" clId="{54CB2194-72D1-4118-88EF-C12A91156618}" dt="2020-01-09T05:20:25.960" v="17"/>
          <ac:spMkLst>
            <pc:docMk/>
            <pc:sldMk cId="1753869309" sldId="276"/>
            <ac:spMk id="2" creationId="{FDD93126-B923-4BAF-88DD-04CCD3B81151}"/>
          </ac:spMkLst>
        </pc:spChg>
        <pc:spChg chg="add mod">
          <ac:chgData name="Kenneth Graf" userId="d1890dd4-deb6-4a9b-a156-5113ac77bda8" providerId="ADAL" clId="{54CB2194-72D1-4118-88EF-C12A91156618}" dt="2020-01-09T05:20:25.960" v="17"/>
          <ac:spMkLst>
            <pc:docMk/>
            <pc:sldMk cId="1753869309" sldId="276"/>
            <ac:spMk id="3" creationId="{BF8DF95E-45B3-4A70-B444-A16074718B8E}"/>
          </ac:spMkLst>
        </pc:spChg>
        <pc:spChg chg="del">
          <ac:chgData name="Kenneth Graf" userId="d1890dd4-deb6-4a9b-a156-5113ac77bda8" providerId="ADAL" clId="{54CB2194-72D1-4118-88EF-C12A91156618}" dt="2020-01-09T05:20:21.059" v="16"/>
          <ac:spMkLst>
            <pc:docMk/>
            <pc:sldMk cId="1753869309" sldId="276"/>
            <ac:spMk id="4" creationId="{00000000-0000-0000-0000-000000000000}"/>
          </ac:spMkLst>
        </pc:spChg>
      </pc:sldChg>
      <pc:sldChg chg="add">
        <pc:chgData name="Kenneth Graf" userId="d1890dd4-deb6-4a9b-a156-5113ac77bda8" providerId="ADAL" clId="{54CB2194-72D1-4118-88EF-C12A91156618}" dt="2020-01-09T05:20:17.527" v="15"/>
        <pc:sldMkLst>
          <pc:docMk/>
          <pc:sldMk cId="4283143096" sldId="277"/>
        </pc:sldMkLst>
      </pc:sldChg>
      <pc:sldChg chg="addSp modSp add">
        <pc:chgData name="Kenneth Graf" userId="d1890dd4-deb6-4a9b-a156-5113ac77bda8" providerId="ADAL" clId="{54CB2194-72D1-4118-88EF-C12A91156618}" dt="2020-01-09T05:20:21.059" v="16"/>
        <pc:sldMkLst>
          <pc:docMk/>
          <pc:sldMk cId="1097225050" sldId="278"/>
        </pc:sldMkLst>
        <pc:spChg chg="add mod">
          <ac:chgData name="Kenneth Graf" userId="d1890dd4-deb6-4a9b-a156-5113ac77bda8" providerId="ADAL" clId="{54CB2194-72D1-4118-88EF-C12A91156618}" dt="2020-01-09T05:20:21.059" v="16"/>
          <ac:spMkLst>
            <pc:docMk/>
            <pc:sldMk cId="1097225050" sldId="278"/>
            <ac:spMk id="3" creationId="{6F4C86E4-7D36-4501-8F5F-CBDAB68B64E5}"/>
          </ac:spMkLst>
        </pc:spChg>
        <pc:spChg chg="add mod">
          <ac:chgData name="Kenneth Graf" userId="d1890dd4-deb6-4a9b-a156-5113ac77bda8" providerId="ADAL" clId="{54CB2194-72D1-4118-88EF-C12A91156618}" dt="2020-01-09T05:20:21.059" v="16"/>
          <ac:spMkLst>
            <pc:docMk/>
            <pc:sldMk cId="1097225050" sldId="278"/>
            <ac:spMk id="4" creationId="{743CC503-C3A6-4B24-84F6-325545F8C5B1}"/>
          </ac:spMkLst>
        </pc:spChg>
      </pc:sldChg>
      <pc:sldChg chg="add">
        <pc:chgData name="Kenneth Graf" userId="d1890dd4-deb6-4a9b-a156-5113ac77bda8" providerId="ADAL" clId="{54CB2194-72D1-4118-88EF-C12A91156618}" dt="2020-01-09T05:20:17.527" v="15"/>
        <pc:sldMkLst>
          <pc:docMk/>
          <pc:sldMk cId="1134212780" sldId="279"/>
        </pc:sldMkLst>
      </pc:sldChg>
      <pc:sldChg chg="delSp modSp add modNotesTx">
        <pc:chgData name="Kenneth Graf" userId="d1890dd4-deb6-4a9b-a156-5113ac77bda8" providerId="ADAL" clId="{54CB2194-72D1-4118-88EF-C12A91156618}" dt="2020-01-19T15:10:25.207" v="58"/>
        <pc:sldMkLst>
          <pc:docMk/>
          <pc:sldMk cId="1309532919" sldId="280"/>
        </pc:sldMkLst>
        <pc:spChg chg="del mod">
          <ac:chgData name="Kenneth Graf" userId="d1890dd4-deb6-4a9b-a156-5113ac77bda8" providerId="ADAL" clId="{54CB2194-72D1-4118-88EF-C12A91156618}" dt="2020-01-19T15:10:25.207" v="58"/>
          <ac:spMkLst>
            <pc:docMk/>
            <pc:sldMk cId="1309532919" sldId="280"/>
            <ac:spMk id="5" creationId="{00000000-0000-0000-0000-000000000000}"/>
          </ac:spMkLst>
        </pc:spChg>
        <pc:picChg chg="mod">
          <ac:chgData name="Kenneth Graf" userId="d1890dd4-deb6-4a9b-a156-5113ac77bda8" providerId="ADAL" clId="{54CB2194-72D1-4118-88EF-C12A91156618}" dt="2020-01-19T15:09:32.508" v="56" actId="14100"/>
          <ac:picMkLst>
            <pc:docMk/>
            <pc:sldMk cId="1309532919" sldId="280"/>
            <ac:picMk id="4" creationId="{00000000-0000-0000-0000-000000000000}"/>
          </ac:picMkLst>
        </pc:picChg>
      </pc:sldChg>
      <pc:sldChg chg="add del">
        <pc:chgData name="Kenneth Graf" userId="d1890dd4-deb6-4a9b-a156-5113ac77bda8" providerId="ADAL" clId="{54CB2194-72D1-4118-88EF-C12A91156618}" dt="2020-01-19T15:08:51.673" v="42" actId="2696"/>
        <pc:sldMkLst>
          <pc:docMk/>
          <pc:sldMk cId="1943906497" sldId="280"/>
        </pc:sldMkLst>
      </pc:sldChg>
      <pc:sldChg chg="add del">
        <pc:chgData name="Kenneth Graf" userId="d1890dd4-deb6-4a9b-a156-5113ac77bda8" providerId="ADAL" clId="{54CB2194-72D1-4118-88EF-C12A91156618}" dt="2020-01-19T15:08:51.673" v="42" actId="2696"/>
        <pc:sldMkLst>
          <pc:docMk/>
          <pc:sldMk cId="519412174" sldId="281"/>
        </pc:sldMkLst>
      </pc:sldChg>
      <pc:sldChg chg="add">
        <pc:chgData name="Kenneth Graf" userId="d1890dd4-deb6-4a9b-a156-5113ac77bda8" providerId="ADAL" clId="{54CB2194-72D1-4118-88EF-C12A91156618}" dt="2020-01-19T15:08:56.401" v="43"/>
        <pc:sldMkLst>
          <pc:docMk/>
          <pc:sldMk cId="1136324584" sldId="281"/>
        </pc:sldMkLst>
      </pc:sldChg>
      <pc:sldChg chg="add">
        <pc:chgData name="Kenneth Graf" userId="d1890dd4-deb6-4a9b-a156-5113ac77bda8" providerId="ADAL" clId="{54CB2194-72D1-4118-88EF-C12A91156618}" dt="2020-01-19T15:08:56.401" v="43"/>
        <pc:sldMkLst>
          <pc:docMk/>
          <pc:sldMk cId="1662726425" sldId="282"/>
        </pc:sldMkLst>
      </pc:sldChg>
      <pc:sldChg chg="add del">
        <pc:chgData name="Kenneth Graf" userId="d1890dd4-deb6-4a9b-a156-5113ac77bda8" providerId="ADAL" clId="{54CB2194-72D1-4118-88EF-C12A91156618}" dt="2020-01-19T15:08:51.673" v="42" actId="2696"/>
        <pc:sldMkLst>
          <pc:docMk/>
          <pc:sldMk cId="3948241823" sldId="282"/>
        </pc:sldMkLst>
      </pc:sldChg>
      <pc:sldChg chg="modSp add del">
        <pc:chgData name="Kenneth Graf" userId="d1890dd4-deb6-4a9b-a156-5113ac77bda8" providerId="ADAL" clId="{54CB2194-72D1-4118-88EF-C12A91156618}" dt="2020-01-19T15:17:24.443" v="100" actId="2696"/>
        <pc:sldMkLst>
          <pc:docMk/>
          <pc:sldMk cId="2340052965" sldId="283"/>
        </pc:sldMkLst>
        <pc:picChg chg="mod">
          <ac:chgData name="Kenneth Graf" userId="d1890dd4-deb6-4a9b-a156-5113ac77bda8" providerId="ADAL" clId="{54CB2194-72D1-4118-88EF-C12A91156618}" dt="2020-01-19T15:06:17.825" v="29" actId="14100"/>
          <ac:picMkLst>
            <pc:docMk/>
            <pc:sldMk cId="2340052965" sldId="283"/>
            <ac:picMk id="4" creationId="{00000000-0000-0000-0000-000000000000}"/>
          </ac:picMkLst>
        </pc:picChg>
      </pc:sldChg>
      <pc:sldChg chg="modSp add">
        <pc:chgData name="Kenneth Graf" userId="d1890dd4-deb6-4a9b-a156-5113ac77bda8" providerId="ADAL" clId="{54CB2194-72D1-4118-88EF-C12A91156618}" dt="2020-01-19T15:18:52.258" v="127" actId="207"/>
        <pc:sldMkLst>
          <pc:docMk/>
          <pc:sldMk cId="2700907073" sldId="284"/>
        </pc:sldMkLst>
        <pc:spChg chg="mod">
          <ac:chgData name="Kenneth Graf" userId="d1890dd4-deb6-4a9b-a156-5113ac77bda8" providerId="ADAL" clId="{54CB2194-72D1-4118-88EF-C12A91156618}" dt="2020-01-19T15:18:52.258" v="127" actId="207"/>
          <ac:spMkLst>
            <pc:docMk/>
            <pc:sldMk cId="2700907073" sldId="284"/>
            <ac:spMk id="2" creationId="{00000000-0000-0000-0000-000000000000}"/>
          </ac:spMkLst>
        </pc:spChg>
        <pc:picChg chg="mod">
          <ac:chgData name="Kenneth Graf" userId="d1890dd4-deb6-4a9b-a156-5113ac77bda8" providerId="ADAL" clId="{54CB2194-72D1-4118-88EF-C12A91156618}" dt="2020-01-19T15:17:41.703" v="103" actId="14100"/>
          <ac:picMkLst>
            <pc:docMk/>
            <pc:sldMk cId="2700907073" sldId="284"/>
            <ac:picMk id="5" creationId="{AC433AE3-6229-46B7-9877-90A88C61BAD6}"/>
          </ac:picMkLst>
        </pc:picChg>
      </pc:sldChg>
      <pc:sldChg chg="modSp add">
        <pc:chgData name="Kenneth Graf" userId="d1890dd4-deb6-4a9b-a156-5113ac77bda8" providerId="ADAL" clId="{54CB2194-72D1-4118-88EF-C12A91156618}" dt="2020-01-19T15:08:26.422" v="41" actId="14100"/>
        <pc:sldMkLst>
          <pc:docMk/>
          <pc:sldMk cId="2308723260" sldId="289"/>
        </pc:sldMkLst>
        <pc:spChg chg="mod">
          <ac:chgData name="Kenneth Graf" userId="d1890dd4-deb6-4a9b-a156-5113ac77bda8" providerId="ADAL" clId="{54CB2194-72D1-4118-88EF-C12A91156618}" dt="2020-01-19T15:08:16.267" v="39" actId="27636"/>
          <ac:spMkLst>
            <pc:docMk/>
            <pc:sldMk cId="2308723260" sldId="289"/>
            <ac:spMk id="2" creationId="{14538EB6-779A-4F9B-BC46-C3AEA7A33832}"/>
          </ac:spMkLst>
        </pc:spChg>
        <pc:spChg chg="mod">
          <ac:chgData name="Kenneth Graf" userId="d1890dd4-deb6-4a9b-a156-5113ac77bda8" providerId="ADAL" clId="{54CB2194-72D1-4118-88EF-C12A91156618}" dt="2020-01-19T15:08:12.012" v="34" actId="21"/>
          <ac:spMkLst>
            <pc:docMk/>
            <pc:sldMk cId="2308723260" sldId="289"/>
            <ac:spMk id="5" creationId="{698B71D2-5D7F-4709-B37A-E352D87F1208}"/>
          </ac:spMkLst>
        </pc:spChg>
        <pc:picChg chg="mod">
          <ac:chgData name="Kenneth Graf" userId="d1890dd4-deb6-4a9b-a156-5113ac77bda8" providerId="ADAL" clId="{54CB2194-72D1-4118-88EF-C12A91156618}" dt="2020-01-19T15:08:26.422" v="41" actId="14100"/>
          <ac:picMkLst>
            <pc:docMk/>
            <pc:sldMk cId="2308723260" sldId="289"/>
            <ac:picMk id="4" creationId="{AA0D9B56-991D-4E43-84FF-43849E3AEE8D}"/>
          </ac:picMkLst>
        </pc:picChg>
      </pc:sldChg>
      <pc:sldChg chg="add del ord">
        <pc:chgData name="Kenneth Graf" userId="d1890dd4-deb6-4a9b-a156-5113ac77bda8" providerId="ADAL" clId="{54CB2194-72D1-4118-88EF-C12A91156618}" dt="2020-01-19T15:07:57.176" v="32" actId="2696"/>
        <pc:sldMkLst>
          <pc:docMk/>
          <pc:sldMk cId="2402232859" sldId="289"/>
        </pc:sldMkLst>
      </pc:sldChg>
      <pc:sldChg chg="add del ord">
        <pc:chgData name="Kenneth Graf" userId="d1890dd4-deb6-4a9b-a156-5113ac77bda8" providerId="ADAL" clId="{54CB2194-72D1-4118-88EF-C12A91156618}" dt="2020-01-19T15:07:57.176" v="32" actId="2696"/>
        <pc:sldMkLst>
          <pc:docMk/>
          <pc:sldMk cId="9956912" sldId="290"/>
        </pc:sldMkLst>
      </pc:sldChg>
      <pc:sldChg chg="add">
        <pc:chgData name="Kenneth Graf" userId="d1890dd4-deb6-4a9b-a156-5113ac77bda8" providerId="ADAL" clId="{54CB2194-72D1-4118-88EF-C12A91156618}" dt="2020-01-19T15:08:02.257" v="33"/>
        <pc:sldMkLst>
          <pc:docMk/>
          <pc:sldMk cId="241263056" sldId="290"/>
        </pc:sldMkLst>
      </pc:sldChg>
      <pc:sldChg chg="add">
        <pc:chgData name="Kenneth Graf" userId="d1890dd4-deb6-4a9b-a156-5113ac77bda8" providerId="ADAL" clId="{54CB2194-72D1-4118-88EF-C12A91156618}" dt="2020-01-19T14:46:56.029" v="18"/>
        <pc:sldMkLst>
          <pc:docMk/>
          <pc:sldMk cId="1722772857" sldId="345"/>
        </pc:sldMkLst>
      </pc:sldChg>
      <pc:sldChg chg="add">
        <pc:chgData name="Kenneth Graf" userId="d1890dd4-deb6-4a9b-a156-5113ac77bda8" providerId="ADAL" clId="{54CB2194-72D1-4118-88EF-C12A91156618}" dt="2020-01-19T14:46:56.029" v="18"/>
        <pc:sldMkLst>
          <pc:docMk/>
          <pc:sldMk cId="2480713583" sldId="346"/>
        </pc:sldMkLst>
      </pc:sldChg>
      <pc:sldChg chg="addSp delSp modSp add modNotesTx">
        <pc:chgData name="Kenneth Graf" userId="d1890dd4-deb6-4a9b-a156-5113ac77bda8" providerId="ADAL" clId="{54CB2194-72D1-4118-88EF-C12A91156618}" dt="2020-01-19T15:27:17.125" v="190" actId="20577"/>
        <pc:sldMkLst>
          <pc:docMk/>
          <pc:sldMk cId="2254934488" sldId="347"/>
        </pc:sldMkLst>
        <pc:spChg chg="del">
          <ac:chgData name="Kenneth Graf" userId="d1890dd4-deb6-4a9b-a156-5113ac77bda8" providerId="ADAL" clId="{54CB2194-72D1-4118-88EF-C12A91156618}" dt="2020-01-19T15:13:48.567" v="60" actId="931"/>
          <ac:spMkLst>
            <pc:docMk/>
            <pc:sldMk cId="2254934488" sldId="347"/>
            <ac:spMk id="3" creationId="{AB7B321D-E583-4223-891D-BDE7790A4123}"/>
          </ac:spMkLst>
        </pc:spChg>
        <pc:picChg chg="add mod">
          <ac:chgData name="Kenneth Graf" userId="d1890dd4-deb6-4a9b-a156-5113ac77bda8" providerId="ADAL" clId="{54CB2194-72D1-4118-88EF-C12A91156618}" dt="2020-01-19T15:13:59.444" v="63" actId="1076"/>
          <ac:picMkLst>
            <pc:docMk/>
            <pc:sldMk cId="2254934488" sldId="347"/>
            <ac:picMk id="5" creationId="{35793C81-66BC-4F3C-8E97-58C8D5250C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8F3AA64-1AA2-40FC-9C4D-FF0C9CC4153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E13BA3-2BF5-478F-8F09-F40177E242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mobile phone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82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Creator: Phil Zimmerman (PGP creator)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29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6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917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0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4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WPA-PSK (pre shared key) is vulnerable when weak/guessable</a:t>
            </a:r>
            <a:r>
              <a:rPr lang="en-US" baseline="0" dirty="0"/>
              <a:t> keys are used.</a:t>
            </a:r>
          </a:p>
          <a:p>
            <a:endParaRPr lang="en-US" baseline="0" dirty="0"/>
          </a:p>
          <a:p>
            <a:r>
              <a:rPr lang="en-US" baseline="0" dirty="0"/>
              <a:t>4096 hashes per password attempt means brute force is slow (100s /sec)</a:t>
            </a:r>
          </a:p>
          <a:p>
            <a:endParaRPr lang="en-US" baseline="0" dirty="0"/>
          </a:p>
          <a:p>
            <a:r>
              <a:rPr lang="en-US" baseline="0" dirty="0"/>
              <a:t>802.1x authentication is port based NAC.</a:t>
            </a:r>
          </a:p>
          <a:p>
            <a:r>
              <a:rPr lang="en-US" baseline="0" dirty="0"/>
              <a:t>TKIP used.  IV and key is mixed</a:t>
            </a:r>
          </a:p>
          <a:p>
            <a:endParaRPr lang="en-US" baseline="0" dirty="0"/>
          </a:p>
          <a:p>
            <a:r>
              <a:rPr lang="en-US" baseline="0" dirty="0"/>
              <a:t>RADIUS Remote </a:t>
            </a:r>
            <a:r>
              <a:rPr lang="en-US" baseline="0" dirty="0" err="1"/>
              <a:t>AuthN</a:t>
            </a:r>
            <a:r>
              <a:rPr lang="en-US" baseline="0" dirty="0"/>
              <a:t>. </a:t>
            </a:r>
            <a:r>
              <a:rPr lang="en-US" baseline="0" dirty="0" err="1"/>
              <a:t>Dail</a:t>
            </a:r>
            <a:r>
              <a:rPr lang="en-US" baseline="0" dirty="0"/>
              <a:t> In User Service</a:t>
            </a:r>
          </a:p>
          <a:p>
            <a:endParaRPr lang="en-US" dirty="0"/>
          </a:p>
          <a:p>
            <a:r>
              <a:rPr lang="en-US" dirty="0"/>
              <a:t>Diameter</a:t>
            </a:r>
            <a:r>
              <a:rPr lang="en-US" baseline="0" dirty="0"/>
              <a:t> or Kerberos maybe used instead of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80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363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53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15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5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66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 Physical -&gt; Virtual(Computer)</a:t>
            </a:r>
          </a:p>
          <a:p>
            <a:endParaRPr lang="en-US" dirty="0"/>
          </a:p>
          <a:p>
            <a:r>
              <a:rPr lang="en-US" dirty="0"/>
              <a:t>(Do they Assess/Inform or Control?)</a:t>
            </a:r>
          </a:p>
          <a:p>
            <a:r>
              <a:rPr lang="en-US" dirty="0"/>
              <a:t>One way -&gt; two way </a:t>
            </a:r>
            <a:r>
              <a:rPr lang="en-US" dirty="0" err="1"/>
              <a:t>comms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Antilock brakes systems</a:t>
            </a:r>
          </a:p>
          <a:p>
            <a:r>
              <a:rPr lang="en-US" dirty="0"/>
              <a:t>Stability Control</a:t>
            </a:r>
          </a:p>
          <a:p>
            <a:r>
              <a:rPr lang="en-US" dirty="0"/>
              <a:t>Active cruise control</a:t>
            </a:r>
          </a:p>
          <a:p>
            <a:r>
              <a:rPr lang="en-US" dirty="0"/>
              <a:t>fly by wire</a:t>
            </a:r>
          </a:p>
          <a:p>
            <a:r>
              <a:rPr lang="en-US" dirty="0"/>
              <a:t>inventory </a:t>
            </a:r>
            <a:r>
              <a:rPr lang="en-US" dirty="0" err="1"/>
              <a:t>rfid</a:t>
            </a:r>
            <a:endParaRPr lang="en-US" dirty="0"/>
          </a:p>
          <a:p>
            <a:r>
              <a:rPr lang="en-US" dirty="0"/>
              <a:t>plug into the net network</a:t>
            </a:r>
          </a:p>
          <a:p>
            <a:r>
              <a:rPr lang="en-US" dirty="0"/>
              <a:t>phone move to new cell</a:t>
            </a:r>
          </a:p>
          <a:p>
            <a:r>
              <a:rPr lang="en-US" dirty="0"/>
              <a:t>electric power</a:t>
            </a:r>
          </a:p>
          <a:p>
            <a:r>
              <a:rPr lang="en-US" dirty="0"/>
              <a:t>manufacturing plant</a:t>
            </a:r>
          </a:p>
          <a:p>
            <a:r>
              <a:rPr lang="en-US" dirty="0"/>
              <a:t>traffic lights</a:t>
            </a:r>
          </a:p>
          <a:p>
            <a:r>
              <a:rPr lang="en-US" dirty="0"/>
              <a:t>lighting when no in room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14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74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28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243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295401"/>
            <a:ext cx="10972800" cy="1470025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en-US" dirty="0"/>
              <a:t>IT666 : Computer Security</a:t>
            </a:r>
          </a:p>
        </p:txBody>
      </p:sp>
      <p:sp>
        <p:nvSpPr>
          <p:cNvPr id="10" name="Date Placeholder 3"/>
          <p:cNvSpPr txBox="1">
            <a:spLocks/>
          </p:cNvSpPr>
          <p:nvPr/>
        </p:nvSpPr>
        <p:spPr>
          <a:xfrm>
            <a:off x="914400" y="6348476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7112000" y="6348475"/>
            <a:ext cx="416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Instructor : ken.graf@unh.edu</a:t>
            </a:r>
          </a:p>
        </p:txBody>
      </p:sp>
      <p:pic>
        <p:nvPicPr>
          <p:cNvPr id="12" name="Picture 2" descr="University of New Hampshire">
            <a:extLst>
              <a:ext uri="{FF2B5EF4-FFF2-40B4-BE49-F238E27FC236}">
                <a16:creationId xmlns:a16="http://schemas.microsoft.com/office/drawing/2014/main" id="{52E3954D-70A0-416F-A7AB-55B49D629F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9146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51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5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23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76" y="23495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76" y="4114801"/>
            <a:ext cx="10363200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0B6A856-2DDF-4977-8659-7F7247AD8C63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Ken.Graf@cs.unh.edu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C6FD24D-633F-4053-944B-F58FF0BFB9B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University of New Hampshir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04800"/>
            <a:ext cx="38862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99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7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eyondcorp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nub.com/blog/2015-05-04-10-challenges-securing-iot-communications-iot-security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K0SrxBC1x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SDN </a:t>
            </a:r>
            <a:r>
              <a:rPr lang="en-US" b="1"/>
              <a:t>&amp; IoT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1C29-6B04-4686-AA13-19EDFBB9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793C81-66BC-4F3C-8E97-58C8D5250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238" y="274638"/>
            <a:ext cx="7931524" cy="6447480"/>
          </a:xfrm>
        </p:spPr>
      </p:pic>
    </p:spTree>
    <p:extLst>
      <p:ext uri="{BB962C8B-B14F-4D97-AF65-F5344CB8AC3E}">
        <p14:creationId xmlns:p14="http://schemas.microsoft.com/office/powerpoint/2010/main" val="225493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8EB6-779A-4F9B-BC46-C3AEA7A3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BeyondCorp</a:t>
            </a:r>
            <a:r>
              <a:rPr lang="en-US" dirty="0"/>
              <a:t> (Google) </a:t>
            </a:r>
            <a:r>
              <a:rPr lang="en-US" dirty="0">
                <a:hlinkClick r:id="rId2"/>
              </a:rPr>
              <a:t>https://www.beyondcorp.com/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0D9B56-991D-4E43-84FF-43849E3AE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5400" y="990601"/>
            <a:ext cx="9248235" cy="5735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8B71D2-5D7F-4709-B37A-E352D87F1208}"/>
              </a:ext>
            </a:extLst>
          </p:cNvPr>
          <p:cNvSpPr txBox="1"/>
          <p:nvPr/>
        </p:nvSpPr>
        <p:spPr>
          <a:xfrm>
            <a:off x="4343400" y="63246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872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E9C4-B9C9-49AE-8F70-2BD1B630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305E-8A5B-444E-AD97-072F671D5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Microsoft &amp; Australian DOD study</a:t>
            </a:r>
          </a:p>
          <a:p>
            <a:pPr lvl="1"/>
            <a:r>
              <a:rPr lang="en-US" dirty="0"/>
              <a:t>Control patching OS</a:t>
            </a:r>
          </a:p>
          <a:p>
            <a:pPr lvl="1"/>
            <a:r>
              <a:rPr lang="en-US" dirty="0"/>
              <a:t>Control patching apps</a:t>
            </a:r>
          </a:p>
          <a:p>
            <a:pPr lvl="1"/>
            <a:r>
              <a:rPr lang="en-US" dirty="0"/>
              <a:t>Run only known good software (whitelist)</a:t>
            </a:r>
          </a:p>
          <a:p>
            <a:pPr lvl="1"/>
            <a:r>
              <a:rPr lang="en-US" dirty="0"/>
              <a:t>Limit administrative access</a:t>
            </a:r>
          </a:p>
          <a:p>
            <a:r>
              <a:rPr lang="en-US" dirty="0"/>
              <a:t>Securely store device/user credentials (TPM)</a:t>
            </a:r>
          </a:p>
          <a:p>
            <a:r>
              <a:rPr lang="en-US" dirty="0"/>
              <a:t>Eliminate/Minimize downloaded corporate data</a:t>
            </a:r>
          </a:p>
        </p:txBody>
      </p:sp>
    </p:spTree>
    <p:extLst>
      <p:ext uri="{BB962C8B-B14F-4D97-AF65-F5344CB8AC3E}">
        <p14:creationId xmlns:p14="http://schemas.microsoft.com/office/powerpoint/2010/main" val="241263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Blackphone</a:t>
            </a:r>
            <a:r>
              <a:rPr lang="en-US" dirty="0"/>
              <a:t> features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0" y="914399"/>
            <a:ext cx="11628317" cy="5668963"/>
          </a:xfrm>
        </p:spPr>
      </p:pic>
    </p:spTree>
    <p:extLst>
      <p:ext uri="{BB962C8B-B14F-4D97-AF65-F5344CB8AC3E}">
        <p14:creationId xmlns:p14="http://schemas.microsoft.com/office/powerpoint/2010/main" val="130953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Jailbreaking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gain full access to unlock all features of the said operating system, thereby removing limitations imposed by the manufacturer.</a:t>
            </a:r>
          </a:p>
          <a:p>
            <a:r>
              <a:rPr lang="en-US" dirty="0"/>
              <a:t>Once jailbroken, users are able to download additional applications, extensions and themes that are unavailable through official means.</a:t>
            </a:r>
          </a:p>
        </p:txBody>
      </p:sp>
    </p:spTree>
    <p:extLst>
      <p:ext uri="{BB962C8B-B14F-4D97-AF65-F5344CB8AC3E}">
        <p14:creationId xmlns:p14="http://schemas.microsoft.com/office/powerpoint/2010/main" val="113632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Jailbreaking Pros vs.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User paid for it they should have ownership</a:t>
            </a:r>
          </a:p>
          <a:p>
            <a:pPr lvl="1"/>
            <a:r>
              <a:rPr lang="en-US" dirty="0"/>
              <a:t>Tools have naïve users</a:t>
            </a:r>
          </a:p>
          <a:p>
            <a:pPr lvl="1"/>
            <a:r>
              <a:rPr lang="en-US" dirty="0"/>
              <a:t>Breaking is often harmless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Device is now in unknown state</a:t>
            </a:r>
          </a:p>
          <a:p>
            <a:pPr lvl="1"/>
            <a:r>
              <a:rPr lang="en-US" dirty="0"/>
              <a:t>Jailbreaking may violate contract</a:t>
            </a:r>
          </a:p>
          <a:p>
            <a:pPr lvl="1"/>
            <a:r>
              <a:rPr lang="en-US" dirty="0"/>
              <a:t>Jailbreaking may prevent support</a:t>
            </a:r>
          </a:p>
          <a:p>
            <a:pPr lvl="1"/>
            <a:r>
              <a:rPr lang="en-US" dirty="0"/>
              <a:t>Jailbreaking bypasses OS controls</a:t>
            </a:r>
          </a:p>
        </p:txBody>
      </p:sp>
    </p:spTree>
    <p:extLst>
      <p:ext uri="{BB962C8B-B14F-4D97-AF65-F5344CB8AC3E}">
        <p14:creationId xmlns:p14="http://schemas.microsoft.com/office/powerpoint/2010/main" val="166272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Mobility</a:t>
            </a:r>
          </a:p>
          <a:p>
            <a:r>
              <a:rPr lang="en-US" sz="2400" i="1" dirty="0"/>
              <a:t>Problems / Attacks</a:t>
            </a:r>
          </a:p>
          <a:p>
            <a:r>
              <a:rPr lang="en-US" sz="2400" i="1" dirty="0"/>
              <a:t>WEP / WPA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8DF95E-45B3-4A70-B444-A16074718B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69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≈ Wireless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Signals</a:t>
            </a:r>
          </a:p>
          <a:p>
            <a:pPr lvl="1"/>
            <a:r>
              <a:rPr lang="en-US" dirty="0" err="1"/>
              <a:t>WiFi</a:t>
            </a:r>
            <a:endParaRPr lang="en-US" dirty="0"/>
          </a:p>
          <a:p>
            <a:pPr lvl="1"/>
            <a:r>
              <a:rPr lang="en-US" dirty="0"/>
              <a:t>Bluetooth</a:t>
            </a:r>
          </a:p>
          <a:p>
            <a:pPr lvl="1"/>
            <a:r>
              <a:rPr lang="en-US" dirty="0"/>
              <a:t>GSM</a:t>
            </a:r>
          </a:p>
          <a:p>
            <a:pPr lvl="1"/>
            <a:r>
              <a:rPr lang="en-US" dirty="0"/>
              <a:t>EDGE</a:t>
            </a:r>
          </a:p>
          <a:p>
            <a:pPr lvl="1"/>
            <a:r>
              <a:rPr lang="en-US" dirty="0"/>
              <a:t>RFID</a:t>
            </a:r>
          </a:p>
          <a:p>
            <a:pPr lvl="1"/>
            <a:r>
              <a:rPr lang="en-US" dirty="0"/>
              <a:t>WIDI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600201"/>
            <a:ext cx="3048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Devices</a:t>
            </a:r>
          </a:p>
          <a:p>
            <a:pPr lvl="1"/>
            <a:r>
              <a:rPr lang="en-US" dirty="0"/>
              <a:t>Laptop</a:t>
            </a:r>
          </a:p>
          <a:p>
            <a:pPr lvl="1"/>
            <a:r>
              <a:rPr lang="en-US" dirty="0"/>
              <a:t>Phones</a:t>
            </a:r>
          </a:p>
          <a:p>
            <a:pPr lvl="1"/>
            <a:r>
              <a:rPr lang="en-US" dirty="0"/>
              <a:t>Cars</a:t>
            </a:r>
          </a:p>
          <a:p>
            <a:pPr lvl="1"/>
            <a:r>
              <a:rPr lang="en-US" dirty="0"/>
              <a:t>Surveillance</a:t>
            </a:r>
          </a:p>
          <a:p>
            <a:pPr lvl="1"/>
            <a:r>
              <a:rPr lang="en-US" dirty="0"/>
              <a:t>Ids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4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ackRF O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3449004"/>
            <a:ext cx="2342197" cy="234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1769486" y="1219200"/>
            <a:ext cx="4136014" cy="518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2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–"/>
              <a:defRPr sz="11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defRPr sz="11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Are Mobile phones secure?</a:t>
            </a:r>
          </a:p>
          <a:p>
            <a:pPr lvl="1"/>
            <a:r>
              <a:rPr lang="en-US" dirty="0"/>
              <a:t>Modern cell phones are quite complex</a:t>
            </a:r>
          </a:p>
          <a:p>
            <a:pPr lvl="1"/>
            <a:r>
              <a:rPr lang="en-US" dirty="0"/>
              <a:t>Lots of “standards” in play at various levels of security, some are easily broken others are not</a:t>
            </a:r>
          </a:p>
          <a:p>
            <a:endParaRPr lang="en-US" dirty="0"/>
          </a:p>
          <a:p>
            <a:r>
              <a:rPr lang="en-US" dirty="0"/>
              <a:t>Bluetooth</a:t>
            </a:r>
          </a:p>
          <a:p>
            <a:pPr lvl="1"/>
            <a:r>
              <a:rPr lang="en-US" dirty="0" err="1"/>
              <a:t>Ubertooth</a:t>
            </a:r>
            <a:r>
              <a:rPr lang="en-US" dirty="0"/>
              <a:t> One Interception</a:t>
            </a:r>
          </a:p>
          <a:p>
            <a:pPr lvl="1"/>
            <a:r>
              <a:rPr lang="en-US" dirty="0"/>
              <a:t>Your car’s hands-free system likely has copies of your text messages on its flash memory</a:t>
            </a:r>
          </a:p>
          <a:p>
            <a:pPr lvl="1"/>
            <a:endParaRPr lang="en-US" dirty="0"/>
          </a:p>
          <a:p>
            <a:r>
              <a:rPr lang="en-US" dirty="0"/>
              <a:t>Software Defined Radios</a:t>
            </a:r>
          </a:p>
          <a:p>
            <a:pPr lvl="1"/>
            <a:r>
              <a:rPr lang="en-US" dirty="0"/>
              <a:t>Cell Interception</a:t>
            </a:r>
          </a:p>
          <a:p>
            <a:pPr lvl="1"/>
            <a:r>
              <a:rPr lang="en-US" dirty="0"/>
              <a:t>SMS Text Message Interception</a:t>
            </a:r>
          </a:p>
          <a:p>
            <a:pPr lvl="1"/>
            <a:r>
              <a:rPr lang="en-US" dirty="0"/>
              <a:t>With Open Source software and high-quality SDR, a single laptop can emulate a cell tower and trick your phone into routing through it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05600" y="1683613"/>
            <a:ext cx="3672640" cy="243143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Cryptanalysis of A5/1 (GSM Encryption)</a:t>
            </a:r>
          </a:p>
          <a:p>
            <a:endParaRPr lang="en-US" sz="1200" dirty="0"/>
          </a:p>
          <a:p>
            <a:r>
              <a:rPr lang="en-US" dirty="0"/>
              <a:t>“What's new about this attack is: </a:t>
            </a:r>
            <a:r>
              <a:rPr lang="en-US" b="1" dirty="0"/>
              <a:t>1) it's completely passive, 2) its total hardware cost is around $1,000, and 3) the total time to break the key is about 30 minutes.</a:t>
            </a:r>
            <a:r>
              <a:rPr lang="en-US" dirty="0"/>
              <a:t> That's impressive.”</a:t>
            </a:r>
          </a:p>
          <a:p>
            <a:r>
              <a:rPr lang="en-US" dirty="0"/>
              <a:t>		- Bruce </a:t>
            </a:r>
            <a:r>
              <a:rPr lang="en-US" dirty="0" err="1"/>
              <a:t>Schneier</a:t>
            </a:r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802" y="4871664"/>
            <a:ext cx="1466552" cy="791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10871" y="135162"/>
            <a:ext cx="8229600" cy="76481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Mobile Security</a:t>
            </a:r>
          </a:p>
        </p:txBody>
      </p:sp>
    </p:spTree>
    <p:extLst>
      <p:ext uri="{BB962C8B-B14F-4D97-AF65-F5344CB8AC3E}">
        <p14:creationId xmlns:p14="http://schemas.microsoft.com/office/powerpoint/2010/main" val="109722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physical protections</a:t>
            </a:r>
          </a:p>
          <a:p>
            <a:r>
              <a:rPr lang="en-US" dirty="0"/>
              <a:t>Your don’t know you are being watched</a:t>
            </a:r>
          </a:p>
          <a:p>
            <a:r>
              <a:rPr lang="en-US" dirty="0"/>
              <a:t>Bluetooth </a:t>
            </a:r>
            <a:r>
              <a:rPr lang="en-US" dirty="0" err="1"/>
              <a:t>snarfing</a:t>
            </a:r>
            <a:r>
              <a:rPr lang="en-US" dirty="0"/>
              <a:t> up to a 1 mile away</a:t>
            </a:r>
          </a:p>
          <a:p>
            <a:r>
              <a:rPr lang="en-US" dirty="0"/>
              <a:t>Can bridge “air gapped” networks</a:t>
            </a:r>
          </a:p>
          <a:p>
            <a:r>
              <a:rPr lang="en-US" dirty="0"/>
              <a:t>Device associations can be dynamic</a:t>
            </a:r>
          </a:p>
          <a:p>
            <a:r>
              <a:rPr lang="en-US" dirty="0"/>
              <a:t>Many mobile devices are multi-homed</a:t>
            </a:r>
          </a:p>
          <a:p>
            <a:r>
              <a:rPr lang="en-US" dirty="0"/>
              <a:t>Lots of easy to use </a:t>
            </a:r>
            <a:r>
              <a:rPr lang="en-US"/>
              <a:t>attack tools/apps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1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2468562"/>
          </a:xfrm>
        </p:spPr>
        <p:txBody>
          <a:bodyPr>
            <a:normAutofit/>
          </a:bodyPr>
          <a:lstStyle/>
          <a:p>
            <a:r>
              <a:rPr lang="en-US" dirty="0"/>
              <a:t>WPA2</a:t>
            </a:r>
            <a:br>
              <a:rPr lang="en-US" dirty="0"/>
            </a:br>
            <a:br>
              <a:rPr lang="en-US" dirty="0"/>
            </a:br>
            <a:r>
              <a:rPr lang="en-US" sz="2800" dirty="0">
                <a:solidFill>
                  <a:srgbClr val="FF0000"/>
                </a:solidFill>
              </a:rPr>
              <a:t>Enterprise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PSK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433AE3-6229-46B7-9877-90A88C61B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09801" y="152400"/>
            <a:ext cx="8635336" cy="653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0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C35681-9DA4-4110-95C1-BF57CB500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981" y="279400"/>
            <a:ext cx="9024038" cy="585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82D21-8068-4B1E-B691-75FDF58CAFEF}"/>
              </a:ext>
            </a:extLst>
          </p:cNvPr>
          <p:cNvSpPr txBox="1"/>
          <p:nvPr/>
        </p:nvSpPr>
        <p:spPr>
          <a:xfrm>
            <a:off x="1981200" y="63246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r>
              <a:rPr lang="en-US" sz="1600" dirty="0">
                <a:hlinkClick r:id="rId3"/>
              </a:rPr>
              <a:t>https://www.pubnub.com/blog/2015-05-04-10-challenges-securing-iot-communications-iot-security/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3910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C072B2-77D8-4AC1-B34E-5808CE4D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1E3359-D758-488F-91D4-6607F129D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0176" y="142373"/>
            <a:ext cx="11152224" cy="657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28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Carshark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equivalent of Wireshark</a:t>
            </a:r>
          </a:p>
          <a:p>
            <a:r>
              <a:rPr lang="en-US" dirty="0"/>
              <a:t>Univ. Of Washington 2011</a:t>
            </a:r>
          </a:p>
          <a:p>
            <a:r>
              <a:rPr lang="en-US" dirty="0"/>
              <a:t>Breaks CAN rules</a:t>
            </a:r>
          </a:p>
          <a:p>
            <a:pPr lvl="1"/>
            <a:r>
              <a:rPr lang="en-US" dirty="0"/>
              <a:t>Weak keys encryption used because car repair community needs to know</a:t>
            </a:r>
          </a:p>
          <a:p>
            <a:pPr lvl="1"/>
            <a:r>
              <a:rPr lang="en-US" dirty="0"/>
              <a:t>Weak access control between components</a:t>
            </a:r>
          </a:p>
          <a:p>
            <a:pPr lvl="1"/>
            <a:r>
              <a:rPr lang="en-US" dirty="0"/>
              <a:t>Cars deviate from standards (components behave differently)</a:t>
            </a:r>
          </a:p>
          <a:p>
            <a:pPr lvl="1"/>
            <a:r>
              <a:rPr lang="en-US" dirty="0"/>
              <a:t>Co-operative components lead to poor HAZOP controls (more, none, reverse,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Assumed rules like no programming (</a:t>
            </a:r>
            <a:r>
              <a:rPr lang="en-US" dirty="0" err="1"/>
              <a:t>reflashing</a:t>
            </a:r>
            <a:r>
              <a:rPr lang="en-US" dirty="0"/>
              <a:t>) while car is running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88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in Your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High Speed</a:t>
            </a:r>
          </a:p>
          <a:p>
            <a:pPr lvl="1"/>
            <a:r>
              <a:rPr lang="en-US" dirty="0"/>
              <a:t>Engine, brakes, transmission, airbags</a:t>
            </a:r>
          </a:p>
          <a:p>
            <a:pPr lvl="1"/>
            <a:r>
              <a:rPr lang="en-US" dirty="0"/>
              <a:t>Very time sensitive ( sub millisecond)</a:t>
            </a:r>
          </a:p>
          <a:p>
            <a:r>
              <a:rPr lang="en-US" dirty="0"/>
              <a:t>Low Speed</a:t>
            </a:r>
          </a:p>
          <a:p>
            <a:pPr lvl="1"/>
            <a:r>
              <a:rPr lang="en-US" dirty="0"/>
              <a:t>Remote control (doors), HVAC, instrumentation, radio, telematics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Controller Area Network</a:t>
            </a:r>
          </a:p>
          <a:p>
            <a:pPr lvl="1"/>
            <a:r>
              <a:rPr lang="en-US" dirty="0"/>
              <a:t>Broadcast based</a:t>
            </a:r>
          </a:p>
          <a:p>
            <a:r>
              <a:rPr lang="en-US" dirty="0"/>
              <a:t>WIRED YouTube</a:t>
            </a:r>
          </a:p>
          <a:p>
            <a:pPr lvl="1"/>
            <a:r>
              <a:rPr lang="en-US" dirty="0">
                <a:hlinkClick r:id="rId3"/>
              </a:rPr>
              <a:t>https://www.youtube.com/watch?v=MK0SrxBC1xs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6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possible?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Networks weakly segmented:</a:t>
            </a:r>
          </a:p>
          <a:p>
            <a:pPr lvl="1"/>
            <a:r>
              <a:rPr lang="en-US" dirty="0"/>
              <a:t>ECU, telemetric weakly bridged.  It is possible to upload to telemetric unit (low speed) then communicate to high speed</a:t>
            </a:r>
          </a:p>
          <a:p>
            <a:r>
              <a:rPr lang="en-US" dirty="0"/>
              <a:t>Arbitrary displays on instrument cluster</a:t>
            </a:r>
          </a:p>
          <a:p>
            <a:r>
              <a:rPr lang="en-US" dirty="0"/>
              <a:t>Complete control of locks and windows</a:t>
            </a:r>
          </a:p>
          <a:p>
            <a:r>
              <a:rPr lang="en-US" dirty="0"/>
              <a:t>Complete control of radio (including preventing user resets)</a:t>
            </a:r>
          </a:p>
          <a:p>
            <a:r>
              <a:rPr lang="en-US" dirty="0" err="1"/>
              <a:t>Reflashing</a:t>
            </a:r>
            <a:r>
              <a:rPr lang="en-US" dirty="0"/>
              <a:t> engine at speed stops engine</a:t>
            </a:r>
          </a:p>
          <a:p>
            <a:r>
              <a:rPr lang="en-US" dirty="0"/>
              <a:t>Control of braking by individual wheel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1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Proactive or Reactive?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Surveillance camera</a:t>
            </a:r>
          </a:p>
          <a:p>
            <a:pPr lvl="1"/>
            <a:r>
              <a:rPr lang="en-US" dirty="0"/>
              <a:t>Active feed to take action?</a:t>
            </a:r>
          </a:p>
          <a:p>
            <a:pPr lvl="1"/>
            <a:r>
              <a:rPr lang="en-US" dirty="0"/>
              <a:t>Passive review to confirm something bad?</a:t>
            </a:r>
          </a:p>
          <a:p>
            <a:r>
              <a:rPr lang="en-US" dirty="0"/>
              <a:t>Sensors in a car</a:t>
            </a:r>
          </a:p>
          <a:p>
            <a:pPr lvl="1"/>
            <a:r>
              <a:rPr lang="en-US" dirty="0"/>
              <a:t>Prevent an accident?</a:t>
            </a:r>
          </a:p>
          <a:p>
            <a:pPr lvl="1"/>
            <a:r>
              <a:rPr lang="en-US" dirty="0"/>
              <a:t>Record the crash?</a:t>
            </a:r>
          </a:p>
          <a:p>
            <a:r>
              <a:rPr lang="en-US" dirty="0"/>
              <a:t>Home cable router</a:t>
            </a:r>
          </a:p>
          <a:p>
            <a:pPr lvl="1"/>
            <a:r>
              <a:rPr lang="en-US" dirty="0"/>
              <a:t>Block attack?</a:t>
            </a:r>
          </a:p>
          <a:p>
            <a:pPr lvl="1"/>
            <a:r>
              <a:rPr lang="en-US" dirty="0"/>
              <a:t>Capture traffic for analysis</a:t>
            </a:r>
          </a:p>
          <a:p>
            <a:pPr marL="914400" lvl="2" indent="0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24149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is often an overlay network or control plane.  Anti lock brakes example</a:t>
            </a:r>
          </a:p>
          <a:p>
            <a:pPr lvl="1"/>
            <a:r>
              <a:rPr lang="en-US" dirty="0"/>
              <a:t>Assess / Risk</a:t>
            </a:r>
          </a:p>
          <a:p>
            <a:pPr lvl="2"/>
            <a:r>
              <a:rPr lang="en-US" dirty="0"/>
              <a:t>Report wheel rotation rates</a:t>
            </a:r>
          </a:p>
          <a:p>
            <a:pPr lvl="1"/>
            <a:r>
              <a:rPr lang="en-US" dirty="0"/>
              <a:t>Inform / Governance</a:t>
            </a:r>
          </a:p>
          <a:p>
            <a:pPr lvl="2"/>
            <a:r>
              <a:rPr lang="en-US" dirty="0"/>
              <a:t>Flash warning on dashboard</a:t>
            </a:r>
          </a:p>
          <a:p>
            <a:pPr lvl="1"/>
            <a:r>
              <a:rPr lang="en-US" dirty="0"/>
              <a:t>Control / Compliance</a:t>
            </a:r>
          </a:p>
          <a:p>
            <a:pPr lvl="2"/>
            <a:r>
              <a:rPr lang="en-US" dirty="0"/>
              <a:t>Stutter brakes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32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</a:t>
            </a:r>
            <a:r>
              <a:rPr lang="en-US" dirty="0" err="1"/>
              <a:t>IoT</a:t>
            </a:r>
            <a:r>
              <a:rPr lang="en-US"/>
              <a:t> flow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2264" y="936266"/>
            <a:ext cx="8367471" cy="566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42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4BE7-3521-4CA8-B2CB-51DB0A1A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BYOD and mobility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DE5AE-390C-4957-8BC7-0EA94FB14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address comingling of corporate and personal data</a:t>
            </a:r>
          </a:p>
          <a:p>
            <a:r>
              <a:rPr lang="en-US" dirty="0"/>
              <a:t>Vetted mobile applications</a:t>
            </a:r>
          </a:p>
          <a:p>
            <a:r>
              <a:rPr lang="en-US" dirty="0"/>
              <a:t>Device vulnerabilities need to managed</a:t>
            </a:r>
          </a:p>
        </p:txBody>
      </p:sp>
    </p:spTree>
    <p:extLst>
      <p:ext uri="{BB962C8B-B14F-4D97-AF65-F5344CB8AC3E}">
        <p14:creationId xmlns:p14="http://schemas.microsoft.com/office/powerpoint/2010/main" val="1722772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3DA8-570E-4611-9C3F-87823B95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3664-93BB-4B93-B688-631C28744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Historically an </a:t>
            </a:r>
            <a:r>
              <a:rPr lang="en-US" dirty="0"/>
              <a:t>operational issue</a:t>
            </a:r>
          </a:p>
          <a:p>
            <a:r>
              <a:rPr lang="en-US" dirty="0"/>
              <a:t>Assurances of data integrity, provenance, security, and availability</a:t>
            </a:r>
          </a:p>
          <a:p>
            <a:r>
              <a:rPr lang="en-US" dirty="0"/>
              <a:t>Digital transaction security</a:t>
            </a:r>
          </a:p>
          <a:p>
            <a:pPr lvl="1"/>
            <a:r>
              <a:rPr lang="en-US" dirty="0"/>
              <a:t>Identity of actors</a:t>
            </a:r>
          </a:p>
          <a:p>
            <a:pPr lvl="1"/>
            <a:r>
              <a:rPr lang="en-US" dirty="0"/>
              <a:t>Audit of partner’s security</a:t>
            </a:r>
          </a:p>
          <a:p>
            <a:r>
              <a:rPr lang="en-US" dirty="0"/>
              <a:t>Outsourcing data processing out of country</a:t>
            </a:r>
          </a:p>
        </p:txBody>
      </p:sp>
    </p:spTree>
    <p:extLst>
      <p:ext uri="{BB962C8B-B14F-4D97-AF65-F5344CB8AC3E}">
        <p14:creationId xmlns:p14="http://schemas.microsoft.com/office/powerpoint/2010/main" val="2480713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Supervisory Control And Data Acquisition</a:t>
            </a:r>
          </a:p>
          <a:p>
            <a:r>
              <a:rPr lang="en-US" dirty="0"/>
              <a:t>Industrial processes</a:t>
            </a:r>
          </a:p>
          <a:p>
            <a:pPr lvl="1"/>
            <a:r>
              <a:rPr lang="en-US" dirty="0"/>
              <a:t>Manufacturing, production, power, fabrication, and refining</a:t>
            </a:r>
          </a:p>
          <a:p>
            <a:pPr lvl="1"/>
            <a:r>
              <a:rPr lang="en-US" dirty="0"/>
              <a:t>Continuous, batch, repetitive, or discrete modes.</a:t>
            </a:r>
          </a:p>
          <a:p>
            <a:r>
              <a:rPr lang="en-US" dirty="0"/>
              <a:t>Infrastructure processes</a:t>
            </a:r>
          </a:p>
          <a:p>
            <a:pPr lvl="1"/>
            <a:r>
              <a:rPr lang="en-US" dirty="0"/>
              <a:t>Public or private</a:t>
            </a:r>
          </a:p>
          <a:p>
            <a:pPr lvl="1"/>
            <a:r>
              <a:rPr lang="en-US" dirty="0"/>
              <a:t>Water, wastewater, oil, gas, electrical power</a:t>
            </a:r>
          </a:p>
          <a:p>
            <a:pPr lvl="1"/>
            <a:r>
              <a:rPr lang="en-US" dirty="0"/>
              <a:t>Civil defense siren systems, and large communication systems.</a:t>
            </a:r>
          </a:p>
          <a:p>
            <a:r>
              <a:rPr lang="en-US" dirty="0"/>
              <a:t>Facility processes</a:t>
            </a:r>
          </a:p>
          <a:p>
            <a:pPr lvl="1"/>
            <a:r>
              <a:rPr lang="en-US" dirty="0"/>
              <a:t>Public facilities and private ones</a:t>
            </a:r>
          </a:p>
          <a:p>
            <a:pPr lvl="1"/>
            <a:r>
              <a:rPr lang="en-US" dirty="0"/>
              <a:t>Buildings, airports, ships, and space stations.</a:t>
            </a:r>
          </a:p>
          <a:p>
            <a:pPr lvl="1"/>
            <a:r>
              <a:rPr lang="en-US"/>
              <a:t>Monitor </a:t>
            </a:r>
            <a:r>
              <a:rPr lang="en-US" dirty="0"/>
              <a:t>and control HVAC, access, and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1402205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A98B-1B37-45CF-837B-D7FCDA0BA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AACC-7A3A-4CBF-8B06-13BD5DFCD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device vs. a Browser</a:t>
            </a:r>
          </a:p>
          <a:p>
            <a:pPr lvl="1"/>
            <a:r>
              <a:rPr lang="en-US" dirty="0"/>
              <a:t>Number of communications</a:t>
            </a:r>
          </a:p>
          <a:p>
            <a:pPr lvl="1"/>
            <a:r>
              <a:rPr lang="en-US" dirty="0"/>
              <a:t>Length of transmissions</a:t>
            </a:r>
          </a:p>
          <a:p>
            <a:pPr lvl="1"/>
            <a:r>
              <a:rPr lang="en-US" dirty="0"/>
              <a:t>Protocols used</a:t>
            </a:r>
          </a:p>
          <a:p>
            <a:pPr lvl="1"/>
            <a:r>
              <a:rPr lang="en-US" dirty="0"/>
              <a:t>Frequency</a:t>
            </a:r>
          </a:p>
          <a:p>
            <a:pPr lvl="1"/>
            <a:r>
              <a:rPr lang="en-US" dirty="0"/>
              <a:t>Amount of data transmitted</a:t>
            </a:r>
          </a:p>
        </p:txBody>
      </p:sp>
    </p:spTree>
    <p:extLst>
      <p:ext uri="{BB962C8B-B14F-4D97-AF65-F5344CB8AC3E}">
        <p14:creationId xmlns:p14="http://schemas.microsoft.com/office/powerpoint/2010/main" val="311517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X-47B Drone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2823" y="833182"/>
            <a:ext cx="8306353" cy="5526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A725EA-18C2-4CEC-B184-587EB0A622A9}"/>
              </a:ext>
            </a:extLst>
          </p:cNvPr>
          <p:cNvSpPr txBox="1"/>
          <p:nvPr/>
        </p:nvSpPr>
        <p:spPr>
          <a:xfrm>
            <a:off x="2164082" y="6278882"/>
            <a:ext cx="6903719" cy="4267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10000"/>
          </a:bodyPr>
          <a:lstStyle/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2106C-0975-4E5B-88E4-B2A4E2E33943}"/>
              </a:ext>
            </a:extLst>
          </p:cNvPr>
          <p:cNvSpPr txBox="1"/>
          <p:nvPr/>
        </p:nvSpPr>
        <p:spPr>
          <a:xfrm>
            <a:off x="2286000" y="64008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r>
              <a:rPr lang="en-US" sz="2400" dirty="0"/>
              <a:t>Payload: 4,500lbs    Range: 2,100 miles</a:t>
            </a:r>
          </a:p>
        </p:txBody>
      </p:sp>
    </p:spTree>
    <p:extLst>
      <p:ext uri="{BB962C8B-B14F-4D97-AF65-F5344CB8AC3E}">
        <p14:creationId xmlns:p14="http://schemas.microsoft.com/office/powerpoint/2010/main" val="3080345760"/>
      </p:ext>
    </p:extLst>
  </p:cSld>
  <p:clrMapOvr>
    <a:masterClrMapping/>
  </p:clrMapOvr>
</p:sld>
</file>

<file path=ppt/theme/theme1.xml><?xml version="1.0" encoding="utf-8"?>
<a:theme xmlns:a="http://schemas.openxmlformats.org/drawingml/2006/main" name="IT66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1" id="{E6424F00-CB15-469C-8ED9-E12AE889829C}" vid="{5DE17743-287A-437B-9EC9-957D32FAF4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48B0CB13E69F42B54D3DE424488AFE" ma:contentTypeVersion="13" ma:contentTypeDescription="Create a new document." ma:contentTypeScope="" ma:versionID="c580b450af3975084ea9d9a74b1aa1c3">
  <xsd:schema xmlns:xsd="http://www.w3.org/2001/XMLSchema" xmlns:xs="http://www.w3.org/2001/XMLSchema" xmlns:p="http://schemas.microsoft.com/office/2006/metadata/properties" xmlns:ns3="6e27e843-6876-4ec5-817f-dbc394bc1606" xmlns:ns4="1ea98ed5-bdea-415e-9a90-b2f6afa71452" targetNamespace="http://schemas.microsoft.com/office/2006/metadata/properties" ma:root="true" ma:fieldsID="ee979d553edbfea5e3efbc24595909db" ns3:_="" ns4:_="">
    <xsd:import namespace="6e27e843-6876-4ec5-817f-dbc394bc1606"/>
    <xsd:import namespace="1ea98ed5-bdea-415e-9a90-b2f6afa7145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27e843-6876-4ec5-817f-dbc394bc16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98ed5-bdea-415e-9a90-b2f6afa714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9EDA2D-2D25-4C9B-B388-2626A106A5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2F2E2A-6D82-4B29-B9EA-9BB67068FB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27e843-6876-4ec5-817f-dbc394bc1606"/>
    <ds:schemaRef ds:uri="1ea98ed5-bdea-415e-9a90-b2f6afa714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B4A837-8F3B-4881-BE2E-1CD30F9388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UNH-lecture-template</Template>
  <TotalTime>251</TotalTime>
  <Words>946</Words>
  <Application>Microsoft Office PowerPoint</Application>
  <PresentationFormat>Widescreen</PresentationFormat>
  <Paragraphs>191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IT666</vt:lpstr>
      <vt:lpstr>PowerPoint Presentation</vt:lpstr>
      <vt:lpstr>PowerPoint Presentation</vt:lpstr>
      <vt:lpstr>BeyondCorp (Google) https://www.beyondcorp.com/ </vt:lpstr>
      <vt:lpstr>Managed devices</vt:lpstr>
      <vt:lpstr>Blackphone features</vt:lpstr>
      <vt:lpstr>Jailbreaking Definition</vt:lpstr>
      <vt:lpstr>Jailbreaking Pros vs. Cons</vt:lpstr>
      <vt:lpstr>PowerPoint Presentation</vt:lpstr>
      <vt:lpstr>Mobile ≈ Wireless</vt:lpstr>
      <vt:lpstr>PowerPoint Presentation</vt:lpstr>
      <vt:lpstr>Wireless Problems</vt:lpstr>
      <vt:lpstr>WPA2  Enterprise PSK</vt:lpstr>
      <vt:lpstr>PowerPoint Presentation</vt:lpstr>
      <vt:lpstr>PowerPoint Presentation</vt:lpstr>
      <vt:lpstr>Carshark</vt:lpstr>
      <vt:lpstr>Networks in Your Car</vt:lpstr>
      <vt:lpstr>What is possible?</vt:lpstr>
      <vt:lpstr>Proactive or Reactive?</vt:lpstr>
      <vt:lpstr>Virtual</vt:lpstr>
      <vt:lpstr>Secure IoT flow</vt:lpstr>
      <vt:lpstr>BYOD and mobility</vt:lpstr>
      <vt:lpstr>Supply Chain Risk</vt:lpstr>
      <vt:lpstr>SCADA</vt:lpstr>
      <vt:lpstr>Current Research</vt:lpstr>
      <vt:lpstr>X-47B Drone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Graf</dc:creator>
  <cp:lastModifiedBy>Ken Graf</cp:lastModifiedBy>
  <cp:revision>16</cp:revision>
  <cp:lastPrinted>2015-03-25T21:04:44Z</cp:lastPrinted>
  <dcterms:created xsi:type="dcterms:W3CDTF">2020-01-07T22:06:18Z</dcterms:created>
  <dcterms:modified xsi:type="dcterms:W3CDTF">2020-04-06T21:25:31Z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0x010100BD48B0CB13E69F42B54D3DE424488AFE</vt:lpwstr>
  </property>
</Properties>
</file>